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0229c5-e6e9-4bbd-873d-44ec0d7db54b}">
          <p14:sldIdLst>
            <p14:sldId id="256"/>
            <p14:sldId id="257"/>
          </p14:sldIdLst>
        </p14:section>
        <p14:section name="The project" id="{311117c5-8c38-af9e-1af6-106dbe9ee788}">
          <p14:sldIdLst>
            <p14:sldId id="258"/>
            <p14:sldId id="259"/>
            <p14:sldId id="260"/>
            <p14:sldId id="261"/>
            <p14:sldId id="262"/>
          </p14:sldIdLst>
        </p14:section>
        <p14:section name="Design" id="{6d6dae45-5709-95e3-98bb-889486b5630a}">
          <p14:sldIdLst>
            <p14:sldId id="263"/>
            <p14:sldId id="264"/>
          </p14:sldIdLst>
        </p14:section>
        <p14:section name="Interface" id="{8cdc7cb8-d24e-82aa-a597-8c90bbf76907}">
          <p14:sldIdLst>
            <p14:sldId id="265"/>
            <p14:sldId id="266"/>
            <p14:sldId id="267"/>
            <p14:sldId id="268"/>
            <p14:sldId id="269"/>
          </p14:sldIdLst>
        </p14:section>
        <p14:section name="Plan" id="{ec35b7c4-f748-4138-a34d-3119235db669}">
          <p14:sldIdLst>
            <p14:sldId id="270"/>
          </p14:sldIdLst>
        </p14:section>
        <p14:section name="Close" id="{5b8294d5-bd1b-f5e6-c911-7df9f0b8ff35}">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Kirubhakaran K, Pooja M and Srinithish J K from 26MX, and our project for 26MX17 Web Application Development is TrustVault, a smart digital identity and document verification portal for college students and faculty, guided by Dr. N. Ilayaraja. Pooja M is presenting this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thank our Head of the Department, Dr. N. Ilayaraja; our MCA Programme Coordinator, Ms. A. Kalyani; and our faculty guide and the review panel members for their guidance and suggestions.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TrustVault is a secure web application in which MCA students keep their identity and academic documents in one encrypted vault and share them with faculty only with their consent. On the right is the 3D vault from our main page: each document passes every check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studied four existing systems, two Indian and two global. Each does part of the job, but none gives a college a consent-based, automatically verified and tamper-evident document flow between students and faculty.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React 19 with Vite and Tailwind CSS; the backend is Node.js with Express 5 and MongoDB. Sign-in uses bcrypt, email codes, Google Authenticator and JWT; files are encrypted with AES-256-GCM and checked with Tesseract OCR. It is hosted on Render with GitHub Actions CI/CD and ships as an Android app with Capacitor.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people use TrustVault: students, faculty who act as verifiers, and the administrator. The system itself is the fourth actor: it encrypts, checks and records everything. Below are the five main collections in our MongoDB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main functions: sign-up and three-factor sign-in, the encrypted vault, automatic verification, faculty requests with student consent, administration with a tamper-evident audit, and notifications with secure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flow has two phases. First, a secure upload: the student signs up, signs in with three factors, unlocks the vault, uploads, and the document is encrypted and checked. Second, consent-based access: faculty request, the student is notified and decides, the faculty member opens each shared document once, and every view goes into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BPMN diagram has four lanes: student, the TrustVault system, faculty and administrator. Solid arrows are the sequence flow inside each lane; dashed arrows are messages between them: the uploaded file, the faculty request, the student’s consent and the one-time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pages: Main page, live 3D vault, kinetic headline and every check explained; Sign-in, student, faculty and admin tabs; Sign-up, MX roll number check and consent.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Student home, vault progress, pending requests and recent activity; My Documents, vault with check results; Access requests, share all, some or none.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and faculty: Activity log, every event in the account, with filters and a 14-day chart; Security &amp; profile, score, devices, PIN, 2FA; Faculty home, requests and documents to open.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 and administrator: Student Records, pick a batch such as 23MX and ask for documents; Admin console, users, requests and charts; Hash ledger, SHA-256 blocks, integrity check.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uses motion to explain the security checks: the main page has a live 3D vault built with Three.js, the hero ID card verifies itself step by step, and the headline animates word by word. These clips play during the slideshow.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eight-week plan. Weeks one to seven are complete: requirements, UI and UX design, database design, frontend, backend, integration and testing, and bug fixing. Week eight, documentation and the final review, is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TrustVault gives MCA students one encrypted, college-exclusive place for their documents; automatic checks and the hash-chained ledger make verification faster and traceable; and consent comes first. In future it can grow to other departments and colleges, and to verified sharing with employers.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welcome your suggestions and questions. You can try the live application at trustvault-5lgg.onrender.com, and the source code is on GitHub at github.com/renissshh/TrustVault.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V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V_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V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V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9FC4CF"/>
                </a:solidFill>
              </a:rPr>
              <a:t>TrustVault  ·  26MX17 Review 1  ·  Presented by POOJA M</a:t>
            </a:r>
            <a:endParaRPr lang="en-US" sz="1000" dirty="0"/>
          </a:p>
        </p:txBody>
      </p:sp>
      <p:sp>
        <p:nvSpPr>
          <p:cNvPr id="3" name="Text 1"/>
          <p:cNvSpPr/>
          <p:nvPr>
            <p:ph idx="101" type="title" hasCustomPrompt="1"/>
          </p:nvPr>
        </p:nvSpPr>
        <p:spPr>
          <a:xfrm>
            <a:off x="548640" y="603504"/>
            <a:ext cx="11064240" cy="685800"/>
          </a:xfrm>
          <a:prstGeom prst="rect">
            <a:avLst/>
          </a:prstGeom>
          <a:noFill/>
          <a:ln/>
        </p:spPr>
        <p:txBody>
          <a:bodyPr wrap="square" rtlCol="0"/>
          <a:lstStyle>
            <a:lvl1pPr algn="l" indent="0" marL="0">
              <a:buNone/>
              <a:defRPr lang="en-US" sz="3400" b="1" dirty="0">
                <a:solidFill>
                  <a:srgbClr val="EEFBFF"/>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gif"/><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gif"/><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3.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gif"/><Relationship Id="rId5" Type="http://schemas.openxmlformats.org/officeDocument/2006/relationships/image" Target="../media/image-14-5.gif"/><Relationship Id="rId6" Type="http://schemas.openxmlformats.org/officeDocument/2006/relationships/image" Target="../media/image-14-6.gif"/><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3.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16393" y="-1718159"/>
            <a:ext cx="5736193" cy="5736193"/>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62583" y="3681312"/>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209674" y="4650887"/>
            <a:ext cx="4206240" cy="4206240"/>
          </a:xfrm>
          <a:prstGeom prst="rect">
            <a:avLst/>
          </a:prstGeom>
        </p:spPr>
      </p:pic>
      <p:sp>
        <p:nvSpPr>
          <p:cNvPr id="6" name="tv|spin|0|ring"/>
          <p:cNvSpPr/>
          <p:nvPr/>
        </p:nvSpPr>
        <p:spPr>
          <a:xfrm>
            <a:off x="7086600" y="566928"/>
            <a:ext cx="4389120" cy="4389120"/>
          </a:xfrm>
          <a:prstGeom prst="ellipse">
            <a:avLst/>
          </a:prstGeom>
          <a:ln w="31750">
            <a:gradFill flip="none" rotWithShape="1">
              <a:gsLst>
                <a:gs pos="0">
                  <a:srgbClr val="2EF2B0"/>
                </a:gs>
                <a:gs pos="50000">
                  <a:srgbClr val="19B8FF"/>
                </a:gs>
                <a:gs pos="100000">
                  <a:srgbClr val="7C5CFF"/>
                </a:gs>
              </a:gsLst>
              <a:lin ang="0" scaled="0"/>
            </a:gradFill>
            <a:prstDash val="solid"/>
          </a:ln>
        </p:spPr>
      </p:sp>
      <p:sp>
        <p:nvSpPr>
          <p:cNvPr id="7" name="tv|spinRev|0|ring2"/>
          <p:cNvSpPr/>
          <p:nvPr/>
        </p:nvSpPr>
        <p:spPr>
          <a:xfrm>
            <a:off x="7498080" y="978408"/>
            <a:ext cx="3566160" cy="3566160"/>
          </a:xfrm>
          <a:prstGeom prst="ellipse">
            <a:avLst/>
          </a:prstGeom>
          <a:ln w="15875">
            <a:gradFill flip="none" rotWithShape="1">
              <a:gsLst>
                <a:gs pos="0">
                  <a:srgbClr val="2EF2B0"/>
                </a:gs>
                <a:gs pos="50000">
                  <a:srgbClr val="19B8FF"/>
                </a:gs>
                <a:gs pos="100000">
                  <a:srgbClr val="7C5CFF"/>
                </a:gs>
              </a:gsLst>
              <a:lin ang="0" scaled="0"/>
            </a:gradFill>
            <a:prstDash val="dash"/>
          </a:ln>
        </p:spPr>
      </p:sp>
      <p:sp>
        <p:nvSpPr>
          <p:cNvPr id="8" name="tv|fade|0|"/>
          <p:cNvSpPr txBox="1"/>
          <p:nvPr/>
        </p:nvSpPr>
        <p:spPr>
          <a:xfrm>
            <a:off x="640080" y="502920"/>
            <a:ext cx="6035040" cy="274320"/>
          </a:xfrm>
          <a:prstGeom prst="rect">
            <a:avLst/>
          </a:prstGeom>
          <a:noFill/>
          <a:ln/>
        </p:spPr>
        <p:txBody>
          <a:bodyPr wrap="square" lIns="0" tIns="0" rIns="0" bIns="0" rtlCol="0" anchor="t"/>
          <a:lstStyle/>
          <a:p>
            <a:pPr indent="0" marL="0">
              <a:buNone/>
            </a:pPr>
            <a:r>
              <a:rPr lang="en-US" sz="1200" b="1" spc="200" kern="0" dirty="0">
                <a:solidFill>
                  <a:srgbClr val="9FC4CF"/>
                </a:solidFill>
              </a:rPr>
              <a:t>PSG COLLEGE OF TECHNOLOGY, COIMBATORE</a:t>
            </a:r>
            <a:endParaRPr lang="en-US" sz="1200" dirty="0"/>
          </a:p>
        </p:txBody>
      </p:sp>
      <p:sp>
        <p:nvSpPr>
          <p:cNvPr id="9" name="tv|fade|1|"/>
          <p:cNvSpPr txBox="1"/>
          <p:nvPr/>
        </p:nvSpPr>
        <p:spPr>
          <a:xfrm>
            <a:off x="640080" y="804672"/>
            <a:ext cx="6035040" cy="274320"/>
          </a:xfrm>
          <a:prstGeom prst="rect">
            <a:avLst/>
          </a:prstGeom>
          <a:noFill/>
          <a:ln/>
        </p:spPr>
        <p:txBody>
          <a:bodyPr wrap="square" lIns="0" tIns="0" rIns="0" bIns="0" rtlCol="0" anchor="t"/>
          <a:lstStyle/>
          <a:p>
            <a:pPr indent="0" marL="0">
              <a:buNone/>
            </a:pPr>
            <a:r>
              <a:rPr lang="en-US" sz="1400" dirty="0">
                <a:solidFill>
                  <a:srgbClr val="9FC4CF"/>
                </a:solidFill>
              </a:rPr>
              <a:t>Department of Computer Applications  ·  MCA First Year</a:t>
            </a:r>
            <a:endParaRPr lang="en-US" sz="1400" dirty="0"/>
          </a:p>
        </p:txBody>
      </p:sp>
      <p:sp>
        <p:nvSpPr>
          <p:cNvPr id="10" name="tv|fade|1|"/>
          <p:cNvSpPr txBox="1"/>
          <p:nvPr/>
        </p:nvSpPr>
        <p:spPr>
          <a:xfrm>
            <a:off x="640080" y="1097280"/>
            <a:ext cx="6035040" cy="274320"/>
          </a:xfrm>
          <a:prstGeom prst="rect">
            <a:avLst/>
          </a:prstGeom>
          <a:noFill/>
          <a:ln/>
        </p:spPr>
        <p:txBody>
          <a:bodyPr wrap="square" lIns="0" tIns="0" rIns="0" bIns="0" rtlCol="0" anchor="t"/>
          <a:lstStyle/>
          <a:p>
            <a:pPr indent="0" marL="0">
              <a:buNone/>
            </a:pPr>
            <a:r>
              <a:rPr lang="en-US" sz="1400" dirty="0">
                <a:solidFill>
                  <a:srgbClr val="9FC4CF"/>
                </a:solidFill>
              </a:rPr>
              <a:t>26MX17 Web Application Development  ·  </a:t>
            </a:r>
            <a:pPr indent="0" marL="0">
              <a:buNone/>
            </a:pPr>
            <a:r>
              <a:rPr lang="en-US" sz="1400" b="1" dirty="0">
                <a:gradFill flip="none" rotWithShape="1">
                  <a:gsLst>
                    <a:gs pos="0">
                      <a:srgbClr val="2EF2B0"/>
                    </a:gs>
                    <a:gs pos="50000">
                      <a:srgbClr val="19B8FF"/>
                    </a:gs>
                    <a:gs pos="100000">
                      <a:srgbClr val="7C5CFF"/>
                    </a:gs>
                  </a:gsLst>
                  <a:lin ang="0" scaled="0"/>
                </a:gradFill>
              </a:rPr>
              <a:t>Review 1</a:t>
            </a:r>
            <a:endParaRPr lang="en-US" sz="1400" dirty="0"/>
          </a:p>
        </p:txBody>
      </p:sp>
      <p:sp>
        <p:nvSpPr>
          <p:cNvPr id="11" name="tv|rise|2|"/>
          <p:cNvSpPr txBox="1"/>
          <p:nvPr/>
        </p:nvSpPr>
        <p:spPr>
          <a:xfrm>
            <a:off x="640080" y="1463040"/>
            <a:ext cx="6217920" cy="1188720"/>
          </a:xfrm>
          <a:prstGeom prst="rect">
            <a:avLst/>
          </a:prstGeom>
          <a:noFill/>
          <a:ln/>
        </p:spPr>
        <p:txBody>
          <a:bodyPr wrap="square" lIns="0" tIns="0" rIns="0" bIns="0" rtlCol="0" anchor="t"/>
          <a:lstStyle/>
          <a:p>
            <a:pPr indent="0" marL="0">
              <a:buNone/>
            </a:pPr>
            <a:r>
              <a:rPr lang="en-US" sz="72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TrustVault</a:t>
            </a:r>
            <a:endParaRPr lang="en-US" sz="7200" dirty="0"/>
          </a:p>
        </p:txBody>
      </p:sp>
      <p:sp>
        <p:nvSpPr>
          <p:cNvPr id="12" name="tv|rise|3|"/>
          <p:cNvSpPr txBox="1"/>
          <p:nvPr/>
        </p:nvSpPr>
        <p:spPr>
          <a:xfrm>
            <a:off x="640080" y="2697480"/>
            <a:ext cx="5760720" cy="777240"/>
          </a:xfrm>
          <a:prstGeom prst="rect">
            <a:avLst/>
          </a:prstGeom>
          <a:noFill/>
          <a:ln/>
        </p:spPr>
        <p:txBody>
          <a:bodyPr wrap="square" lIns="0" tIns="0" rIns="0" bIns="0" rtlCol="0" anchor="t"/>
          <a:lstStyle/>
          <a:p>
            <a:pPr indent="0" marL="0">
              <a:buNone/>
            </a:pPr>
            <a:r>
              <a:rPr lang="en-US" sz="2000" dirty="0">
                <a:solidFill>
                  <a:srgbClr val="EEFBFF"/>
                </a:solidFill>
              </a:rPr>
              <a:t>Smart Digital Identity and Document Verification Portal for college students and faculty</a:t>
            </a:r>
            <a:endParaRPr lang="en-US" sz="2000" dirty="0"/>
          </a:p>
        </p:txBody>
      </p:sp>
      <p:sp>
        <p:nvSpPr>
          <p:cNvPr id="13" name="tv|fade|4|"/>
          <p:cNvSpPr txBox="1"/>
          <p:nvPr/>
        </p:nvSpPr>
        <p:spPr>
          <a:xfrm>
            <a:off x="640080" y="3657600"/>
            <a:ext cx="2743200" cy="256032"/>
          </a:xfrm>
          <a:prstGeom prst="rect">
            <a:avLst/>
          </a:prstGeom>
          <a:noFill/>
          <a:ln/>
        </p:spPr>
        <p:txBody>
          <a:bodyPr wrap="square" lIns="0" tIns="0" rIns="0" bIns="0" rtlCol="0" anchor="t"/>
          <a:lstStyle/>
          <a:p>
            <a:pPr indent="0" marL="0">
              <a:buNone/>
            </a:pPr>
            <a:r>
              <a:rPr lang="en-US" sz="1100" b="1" spc="300" kern="0" dirty="0">
                <a:solidFill>
                  <a:srgbClr val="9FC4CF"/>
                </a:solidFill>
              </a:rPr>
              <a:t>PROJECT GUIDE</a:t>
            </a:r>
            <a:endParaRPr lang="en-US" sz="1100" dirty="0"/>
          </a:p>
        </p:txBody>
      </p:sp>
      <p:sp>
        <p:nvSpPr>
          <p:cNvPr id="14" name="tv|fade|4|"/>
          <p:cNvSpPr txBox="1"/>
          <p:nvPr/>
        </p:nvSpPr>
        <p:spPr>
          <a:xfrm>
            <a:off x="640080" y="3904488"/>
            <a:ext cx="3657600" cy="365760"/>
          </a:xfrm>
          <a:prstGeom prst="rect">
            <a:avLst/>
          </a:prstGeom>
          <a:noFill/>
          <a:ln/>
        </p:spPr>
        <p:txBody>
          <a:bodyPr wrap="square" lIns="0" tIns="0" rIns="0" bIns="0" rtlCol="0" anchor="t"/>
          <a:lstStyle/>
          <a:p>
            <a:pPr indent="0" marL="0">
              <a:buNone/>
            </a:pPr>
            <a:r>
              <a:rPr lang="en-US" sz="1800" b="1" dirty="0">
                <a:solidFill>
                  <a:srgbClr val="EEFBFF"/>
                </a:solidFill>
              </a:rPr>
              <a:t>Dr. N. Ilayaraja</a:t>
            </a:r>
            <a:endParaRPr lang="en-US" sz="1800" dirty="0"/>
          </a:p>
        </p:txBody>
      </p:sp>
      <p:sp>
        <p:nvSpPr>
          <p:cNvPr id="15" name="tv|fade|5|"/>
          <p:cNvSpPr txBox="1"/>
          <p:nvPr/>
        </p:nvSpPr>
        <p:spPr>
          <a:xfrm>
            <a:off x="640080" y="4544568"/>
            <a:ext cx="2743200" cy="256032"/>
          </a:xfrm>
          <a:prstGeom prst="rect">
            <a:avLst/>
          </a:prstGeom>
          <a:noFill/>
          <a:ln/>
        </p:spPr>
        <p:txBody>
          <a:bodyPr wrap="square" lIns="0" tIns="0" rIns="0" bIns="0" rtlCol="0" anchor="t"/>
          <a:lstStyle/>
          <a:p>
            <a:pPr indent="0" marL="0">
              <a:buNone/>
            </a:pPr>
            <a:r>
              <a:rPr lang="en-US" sz="1100" b="1" spc="300" kern="0" dirty="0">
                <a:solidFill>
                  <a:srgbClr val="9FC4CF"/>
                </a:solidFill>
              </a:rPr>
              <a:t>TEAM MEMBERS</a:t>
            </a:r>
            <a:endParaRPr lang="en-US" sz="1100" dirty="0"/>
          </a:p>
        </p:txBody>
      </p:sp>
      <p:sp>
        <p:nvSpPr>
          <p:cNvPr id="16" name="tv|rise|6|"/>
          <p:cNvSpPr/>
          <p:nvPr/>
        </p:nvSpPr>
        <p:spPr>
          <a:xfrm>
            <a:off x="640080" y="4846320"/>
            <a:ext cx="1874520" cy="1005840"/>
          </a:xfrm>
          <a:prstGeom prst="roundRect">
            <a:avLst>
              <a:gd name="adj" fmla="val 1272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7" name="tv|rise|6|"/>
          <p:cNvSpPr txBox="1"/>
          <p:nvPr/>
        </p:nvSpPr>
        <p:spPr>
          <a:xfrm>
            <a:off x="804672" y="4974336"/>
            <a:ext cx="1645920" cy="329184"/>
          </a:xfrm>
          <a:prstGeom prst="rect">
            <a:avLst/>
          </a:prstGeom>
          <a:noFill/>
          <a:ln/>
        </p:spPr>
        <p:txBody>
          <a:bodyPr wrap="square" lIns="0" tIns="0" rIns="0" bIns="0" rtlCol="0" anchor="t"/>
          <a:lstStyle/>
          <a:p>
            <a:pPr indent="0" marL="0">
              <a:buNone/>
            </a:pPr>
            <a:r>
              <a:rPr lang="en-US" sz="1400" b="1" dirty="0">
                <a:solidFill>
                  <a:srgbClr val="EEFBFF"/>
                </a:solidFill>
              </a:rPr>
              <a:t>KIRUBHAKARAN K</a:t>
            </a:r>
            <a:endParaRPr lang="en-US" sz="1400" dirty="0"/>
          </a:p>
        </p:txBody>
      </p:sp>
      <p:sp>
        <p:nvSpPr>
          <p:cNvPr id="18" name="tv|rise|6|"/>
          <p:cNvSpPr txBox="1"/>
          <p:nvPr/>
        </p:nvSpPr>
        <p:spPr>
          <a:xfrm>
            <a:off x="804672" y="5340096"/>
            <a:ext cx="1645920" cy="274320"/>
          </a:xfrm>
          <a:prstGeom prst="rect">
            <a:avLst/>
          </a:prstGeom>
          <a:noFill/>
          <a:ln/>
        </p:spPr>
        <p:txBody>
          <a:bodyPr wrap="square" lIns="0" tIns="0" rIns="0" bIns="0" rtlCol="0" anchor="t"/>
          <a:lstStyle/>
          <a:p>
            <a:pPr indent="0" marL="0">
              <a:buNone/>
            </a:pPr>
            <a:r>
              <a:rPr lang="en-US" sz="1200" dirty="0">
                <a:solidFill>
                  <a:srgbClr val="9FC4CF"/>
                </a:solidFill>
              </a:rPr>
              <a:t>26MX325</a:t>
            </a:r>
            <a:endParaRPr lang="en-US" sz="1200" dirty="0"/>
          </a:p>
        </p:txBody>
      </p:sp>
      <p:sp>
        <p:nvSpPr>
          <p:cNvPr id="19" name="tv|rise|7|"/>
          <p:cNvSpPr/>
          <p:nvPr/>
        </p:nvSpPr>
        <p:spPr>
          <a:xfrm>
            <a:off x="2697480" y="4846320"/>
            <a:ext cx="1874520" cy="1005840"/>
          </a:xfrm>
          <a:prstGeom prst="roundRect">
            <a:avLst>
              <a:gd name="adj" fmla="val 12727"/>
            </a:avLst>
          </a:prstGeom>
          <a:solidFill>
            <a:srgbClr val="0B2230">
              <a:alpha val="96000"/>
            </a:srgbClr>
          </a:solidFill>
          <a:ln w="28575">
            <a:gradFill flip="none" rotWithShape="1">
              <a:gsLst>
                <a:gs pos="0">
                  <a:srgbClr val="2EF2B0"/>
                </a:gs>
                <a:gs pos="50000">
                  <a:srgbClr val="19B8FF"/>
                </a:gs>
                <a:gs pos="100000">
                  <a:srgbClr val="7C5CFF"/>
                </a:gs>
              </a:gsLst>
              <a:lin ang="0" scaled="0"/>
            </a:gradFill>
            <a:prstDash val="solid"/>
          </a:ln>
        </p:spPr>
      </p:sp>
      <p:sp>
        <p:nvSpPr>
          <p:cNvPr id="20" name="tv|rise|7|"/>
          <p:cNvSpPr txBox="1"/>
          <p:nvPr/>
        </p:nvSpPr>
        <p:spPr>
          <a:xfrm>
            <a:off x="2862072" y="4974336"/>
            <a:ext cx="1645920" cy="329184"/>
          </a:xfrm>
          <a:prstGeom prst="rect">
            <a:avLst/>
          </a:prstGeom>
          <a:noFill/>
          <a:ln/>
        </p:spPr>
        <p:txBody>
          <a:bodyPr wrap="square" lIns="0" tIns="0" rIns="0" bIns="0" rtlCol="0" anchor="t"/>
          <a:lstStyle/>
          <a:p>
            <a:pPr indent="0" marL="0">
              <a:buNone/>
            </a:pPr>
            <a:r>
              <a:rPr lang="en-US" sz="1400" b="1" dirty="0">
                <a:solidFill>
                  <a:srgbClr val="EEFBFF"/>
                </a:solidFill>
              </a:rPr>
              <a:t>POOJA M</a:t>
            </a:r>
            <a:endParaRPr lang="en-US" sz="1400" dirty="0"/>
          </a:p>
        </p:txBody>
      </p:sp>
      <p:sp>
        <p:nvSpPr>
          <p:cNvPr id="21" name="tv|rise|7|"/>
          <p:cNvSpPr txBox="1"/>
          <p:nvPr/>
        </p:nvSpPr>
        <p:spPr>
          <a:xfrm>
            <a:off x="2862072" y="5340096"/>
            <a:ext cx="1645920" cy="274320"/>
          </a:xfrm>
          <a:prstGeom prst="rect">
            <a:avLst/>
          </a:prstGeom>
          <a:noFill/>
          <a:ln/>
        </p:spPr>
        <p:txBody>
          <a:bodyPr wrap="square" lIns="0" tIns="0" rIns="0" bIns="0" rtlCol="0" anchor="t"/>
          <a:lstStyle/>
          <a:p>
            <a:pPr indent="0" marL="0">
              <a:buNone/>
            </a:pPr>
            <a:r>
              <a:rPr lang="en-US" sz="1200" dirty="0">
                <a:solidFill>
                  <a:srgbClr val="9FC4CF"/>
                </a:solidFill>
              </a:rPr>
              <a:t>26MX337  ·  </a:t>
            </a:r>
            <a:pPr indent="0" marL="0">
              <a:buNone/>
            </a:pPr>
            <a:r>
              <a:rPr lang="en-US" sz="1200" b="1" dirty="0">
                <a:gradFill flip="none" rotWithShape="1">
                  <a:gsLst>
                    <a:gs pos="0">
                      <a:srgbClr val="2EF2B0"/>
                    </a:gs>
                    <a:gs pos="50000">
                      <a:srgbClr val="19B8FF"/>
                    </a:gs>
                    <a:gs pos="100000">
                      <a:srgbClr val="7C5CFF"/>
                    </a:gs>
                  </a:gsLst>
                  <a:lin ang="0" scaled="0"/>
                </a:gradFill>
              </a:rPr>
              <a:t>Presenting</a:t>
            </a:r>
            <a:endParaRPr lang="en-US" sz="1200" dirty="0"/>
          </a:p>
        </p:txBody>
      </p:sp>
      <p:sp>
        <p:nvSpPr>
          <p:cNvPr id="22" name="tv|rise|8|"/>
          <p:cNvSpPr/>
          <p:nvPr/>
        </p:nvSpPr>
        <p:spPr>
          <a:xfrm>
            <a:off x="4754880" y="4846320"/>
            <a:ext cx="1874520" cy="1005840"/>
          </a:xfrm>
          <a:prstGeom prst="roundRect">
            <a:avLst>
              <a:gd name="adj" fmla="val 1272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3" name="tv|rise|8|"/>
          <p:cNvSpPr txBox="1"/>
          <p:nvPr/>
        </p:nvSpPr>
        <p:spPr>
          <a:xfrm>
            <a:off x="4919472" y="4974336"/>
            <a:ext cx="1645920" cy="329184"/>
          </a:xfrm>
          <a:prstGeom prst="rect">
            <a:avLst/>
          </a:prstGeom>
          <a:noFill/>
          <a:ln/>
        </p:spPr>
        <p:txBody>
          <a:bodyPr wrap="square" lIns="0" tIns="0" rIns="0" bIns="0" rtlCol="0" anchor="t"/>
          <a:lstStyle/>
          <a:p>
            <a:pPr indent="0" marL="0">
              <a:buNone/>
            </a:pPr>
            <a:r>
              <a:rPr lang="en-US" sz="1400" b="1" dirty="0">
                <a:solidFill>
                  <a:srgbClr val="EEFBFF"/>
                </a:solidFill>
              </a:rPr>
              <a:t>SRINITHISH J K</a:t>
            </a:r>
            <a:endParaRPr lang="en-US" sz="1400" dirty="0"/>
          </a:p>
        </p:txBody>
      </p:sp>
      <p:sp>
        <p:nvSpPr>
          <p:cNvPr id="24" name="tv|rise|8|"/>
          <p:cNvSpPr txBox="1"/>
          <p:nvPr/>
        </p:nvSpPr>
        <p:spPr>
          <a:xfrm>
            <a:off x="4919472" y="5340096"/>
            <a:ext cx="1645920" cy="274320"/>
          </a:xfrm>
          <a:prstGeom prst="rect">
            <a:avLst/>
          </a:prstGeom>
          <a:noFill/>
          <a:ln/>
        </p:spPr>
        <p:txBody>
          <a:bodyPr wrap="square" lIns="0" tIns="0" rIns="0" bIns="0" rtlCol="0" anchor="t"/>
          <a:lstStyle/>
          <a:p>
            <a:pPr indent="0" marL="0">
              <a:buNone/>
            </a:pPr>
            <a:r>
              <a:rPr lang="en-US" sz="1200" dirty="0">
                <a:solidFill>
                  <a:srgbClr val="9FC4CF"/>
                </a:solidFill>
              </a:rPr>
              <a:t>26MX347</a:t>
            </a:r>
            <a:endParaRPr lang="en-US" sz="1200" dirty="0"/>
          </a:p>
        </p:txBody>
      </p:sp>
      <p:pic>
        <p:nvPicPr>
          <p:cNvPr id="25" name="tv|zoom|2|~shot" descr="Animated TrustVault ID card verifying itself: OCR, checksum and number match pass and it is stamped Verified">    </p:cNvPr>
          <p:cNvPicPr>
            <a:picLocks noChangeAspect="1"/>
          </p:cNvPicPr>
          <p:nvPr/>
        </p:nvPicPr>
        <p:blipFill>
          <a:blip r:embed="rId4"/>
          <a:stretch>
            <a:fillRect/>
          </a:stretch>
        </p:blipFill>
        <p:spPr>
          <a:xfrm>
            <a:off x="6858000" y="1280160"/>
            <a:ext cx="4846320" cy="2971800"/>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26" name="tv|rise|9|"/>
          <p:cNvSpPr/>
          <p:nvPr/>
        </p:nvSpPr>
        <p:spPr>
          <a:xfrm>
            <a:off x="6858000" y="4846320"/>
            <a:ext cx="1517904" cy="420624"/>
          </a:xfrm>
          <a:prstGeom prst="roundRect">
            <a:avLst>
              <a:gd name="adj" fmla="val 50000"/>
            </a:avLst>
          </a:prstGeom>
          <a:solidFill>
            <a:srgbClr val="0B2230">
              <a:alpha val="90000"/>
            </a:srgbClr>
          </a:solidFill>
          <a:ln w="1270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200" b="1" dirty="0">
                <a:solidFill>
                  <a:srgbClr val="EEFBFF"/>
                </a:solidFill>
              </a:rPr>
              <a:t>AES-256-GCM</a:t>
            </a:r>
            <a:endParaRPr lang="en-US" sz="1200" dirty="0"/>
          </a:p>
        </p:txBody>
      </p:sp>
      <p:sp>
        <p:nvSpPr>
          <p:cNvPr id="27" name="tv|rise|10|"/>
          <p:cNvSpPr/>
          <p:nvPr/>
        </p:nvSpPr>
        <p:spPr>
          <a:xfrm>
            <a:off x="8522208" y="4846320"/>
            <a:ext cx="1517904" cy="420624"/>
          </a:xfrm>
          <a:prstGeom prst="roundRect">
            <a:avLst>
              <a:gd name="adj" fmla="val 50000"/>
            </a:avLst>
          </a:prstGeom>
          <a:solidFill>
            <a:srgbClr val="0B2230">
              <a:alpha val="90000"/>
            </a:srgbClr>
          </a:solidFill>
          <a:ln w="1270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200" b="1" dirty="0">
                <a:solidFill>
                  <a:srgbClr val="EEFBFF"/>
                </a:solidFill>
              </a:rPr>
              <a:t>3-factor sign-in</a:t>
            </a:r>
            <a:endParaRPr lang="en-US" sz="1200" dirty="0"/>
          </a:p>
        </p:txBody>
      </p:sp>
      <p:sp>
        <p:nvSpPr>
          <p:cNvPr id="28" name="tv|rise|11|"/>
          <p:cNvSpPr/>
          <p:nvPr/>
        </p:nvSpPr>
        <p:spPr>
          <a:xfrm>
            <a:off x="10186416" y="4846320"/>
            <a:ext cx="1517904" cy="420624"/>
          </a:xfrm>
          <a:prstGeom prst="roundRect">
            <a:avLst>
              <a:gd name="adj" fmla="val 50000"/>
            </a:avLst>
          </a:prstGeom>
          <a:solidFill>
            <a:srgbClr val="0B2230">
              <a:alpha val="90000"/>
            </a:srgbClr>
          </a:solidFill>
          <a:ln w="1270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200" b="1" dirty="0">
                <a:solidFill>
                  <a:srgbClr val="EEFBFF"/>
                </a:solidFill>
              </a:rPr>
              <a:t>SHA-256 ledger</a:t>
            </a:r>
            <a:endParaRPr lang="en-US" sz="1200" dirty="0"/>
          </a:p>
        </p:txBody>
      </p:sp>
      <p:sp>
        <p:nvSpPr>
          <p:cNvPr id="29" name="tv|fade|12|"/>
          <p:cNvSpPr txBox="1"/>
          <p:nvPr/>
        </p:nvSpPr>
        <p:spPr>
          <a:xfrm>
            <a:off x="6858000" y="5440680"/>
            <a:ext cx="4846320" cy="274320"/>
          </a:xfrm>
          <a:prstGeom prst="rect">
            <a:avLst/>
          </a:prstGeom>
          <a:noFill/>
          <a:ln/>
        </p:spPr>
        <p:txBody>
          <a:bodyPr wrap="square" lIns="0" tIns="0" rIns="0" bIns="0" rtlCol="0" anchor="t"/>
          <a:lstStyle/>
          <a:p>
            <a:pPr indent="0" marL="0">
              <a:buNone/>
            </a:pPr>
            <a:r>
              <a:rPr lang="en-US" sz="1200" dirty="0">
                <a:solidFill>
                  <a:srgbClr val="9FC4CF"/>
                </a:solidFill>
              </a:rPr>
              <a:t>Live: </a:t>
            </a:r>
            <a:pPr indent="0" marL="0">
              <a:buNone/>
            </a:pPr>
            <a:r>
              <a:rPr lang="en-US" sz="1200" b="1" dirty="0">
                <a:solidFill>
                  <a:srgbClr val="EEFBFF"/>
                </a:solidFill>
              </a:rPr>
              <a:t>trustvault-5lgg.onrender.com</a:t>
            </a:r>
            <a:endParaRPr lang="en-US" sz="1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8" presetClass="emph" presetSubtype="0" repeatCount="indefinite" fill="hold" grpId="0" nodeType="afterEffect">
                                  <p:stCondLst>
                                    <p:cond delay="0"/>
                                  </p:stCondLst>
                                  <p:childTnLst>
                                    <p:animRot by="21600000">
                                      <p:cBhvr>
                                        <p:cTn id="7" dur="30000" fill="hold"/>
                                        <p:tgtEl>
                                          <p:spTgt spid="6"/>
                                        </p:tgtEl>
                                        <p:attrNameLst>
                                          <p:attrName>r</p:attrName>
                                        </p:attrNameLst>
                                      </p:cBhvr>
                                    </p:animRot>
                                  </p:childTnLst>
                                </p:cTn>
                              </p:par>
                              <p:par>
                                <p:cTn id="9" presetID="8" presetClass="emph" presetSubtype="0" repeatCount="indefinite" fill="hold" grpId="0" nodeType="withEffect">
                                  <p:stCondLst>
                                    <p:cond delay="0"/>
                                  </p:stCondLst>
                                  <p:childTnLst>
                                    <p:animRot by="-21600000">
                                      <p:cBhvr>
                                        <p:cTn id="10" dur="22000" fill="hold"/>
                                        <p:tgtEl>
                                          <p:spTgt spid="7"/>
                                        </p:tgtEl>
                                        <p:attrNameLst>
                                          <p:attrName>r</p:attrName>
                                        </p:attrNameLst>
                                      </p:cBhvr>
                                    </p:animRot>
                                  </p:childTnLst>
                                </p:cTn>
                              </p:par>
                              <p:par>
                                <p:cTn id="12" presetID="10" presetClass="entr" presetSubtype="0" fill="hold" grpId="0" nodeType="withEffect">
                                  <p:stCondLst>
                                    <p:cond delay="150"/>
                                  </p:stCondLst>
                                  <p:childTnLst>
                                    <p:set>
                                      <p:cBhvr>
                                        <p:cTn id="11"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5" presetID="10" presetClass="entr" presetSubtype="0" fill="hold" grpId="0" nodeType="withEffect">
                                  <p:stCondLst>
                                    <p:cond delay="310"/>
                                  </p:stCondLst>
                                  <p:childTnLst>
                                    <p:set>
                                      <p:cBhvr>
                                        <p:cTn id="14"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8" presetID="10" presetClass="entr" presetSubtype="0" fill="hold" grpId="0" nodeType="withEffect">
                                  <p:stCondLst>
                                    <p:cond delay="310"/>
                                  </p:stCondLst>
                                  <p:childTnLst>
                                    <p:set>
                                      <p:cBhvr>
                                        <p:cTn id="17"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par>
                                <p:cTn id="21" presetID="42" presetClass="entr" presetSubtype="0" fill="hold" grpId="0" nodeType="withEffect">
                                  <p:stCondLst>
                                    <p:cond delay="470"/>
                                  </p:stCondLst>
                                  <p:childTnLst>
                                    <p:set>
                                      <p:cBhvr>
                                        <p:cTn id="20" dur="1" fill="hold">
                                          <p:stCondLst>
                                            <p:cond delay="0"/>
                                          </p:stCondLst>
                                        </p:cTn>
                                        <p:tgtEl>
                                          <p:spTgt spid="11"/>
                                        </p:tgtEl>
                                        <p:attrNameLst>
                                          <p:attrName>style.visibility</p:attrName>
                                        </p:attrNameLst>
                                      </p:cBhvr>
                                      <p:to>
                                        <p:strVal val="visible"/>
                                      </p:to>
                                    </p:set>
                                    <p:animEffect transition="in" filter="fade">
                                      <p:cBhvr>
                                        <p:cTn id="22" dur="700"/>
                                        <p:tgtEl>
                                          <p:spTgt spid="11"/>
                                        </p:tgtEl>
                                      </p:cBhvr>
                                    </p:animEffect>
                                    <p:anim calcmode="lin" valueType="num">
                                      <p:cBhvr>
                                        <p:cTn id="23" dur="700" fill="hold"/>
                                        <p:tgtEl>
                                          <p:spTgt spid="11"/>
                                        </p:tgtEl>
                                        <p:attrNameLst>
                                          <p:attrName>ppt_x</p:attrName>
                                        </p:attrNameLst>
                                      </p:cBhvr>
                                      <p:tavLst>
                                        <p:tav tm="0">
                                          <p:val>
                                            <p:strVal val="#ppt_x"/>
                                          </p:val>
                                        </p:tav>
                                        <p:tav tm="100000">
                                          <p:val>
                                            <p:strVal val="#ppt_x"/>
                                          </p:val>
                                        </p:tav>
                                      </p:tavLst>
                                    </p:anim>
                                    <p:anim calcmode="lin" valueType="num">
                                      <p:cBhvr>
                                        <p:cTn id="24" dur="700" fill="hold"/>
                                        <p:tgtEl>
                                          <p:spTgt spid="11"/>
                                        </p:tgtEl>
                                        <p:attrNameLst>
                                          <p:attrName>ppt_y</p:attrName>
                                        </p:attrNameLst>
                                      </p:cBhvr>
                                      <p:tavLst>
                                        <p:tav tm="0">
                                          <p:val>
                                            <p:strVal val="#ppt_y+.06"/>
                                          </p:val>
                                        </p:tav>
                                        <p:tav tm="100000">
                                          <p:val>
                                            <p:strVal val="#ppt_y"/>
                                          </p:val>
                                        </p:tav>
                                      </p:tavLst>
                                    </p:anim>
                                  </p:childTnLst>
                                </p:cTn>
                              </p:par>
                              <p:par>
                                <p:cTn id="26" presetID="53" presetClass="entr" presetSubtype="16" fill="hold" grpId="0" nodeType="withEffect">
                                  <p:stCondLst>
                                    <p:cond delay="470"/>
                                  </p:stCondLst>
                                  <p:childTnLst>
                                    <p:set>
                                      <p:cBhvr>
                                        <p:cTn id="25" dur="1" fill="hold">
                                          <p:stCondLst>
                                            <p:cond delay="0"/>
                                          </p:stCondLst>
                                        </p:cTn>
                                        <p:tgtEl>
                                          <p:spTgt spid="25"/>
                                        </p:tgtEl>
                                        <p:attrNameLst>
                                          <p:attrName>style.visibility</p:attrName>
                                        </p:attrNameLst>
                                      </p:cBhvr>
                                      <p:to>
                                        <p:strVal val="visible"/>
                                      </p:to>
                                    </p:set>
                                    <p:anim calcmode="lin" valueType="num">
                                      <p:cBhvr>
                                        <p:cTn id="27" dur="550" fill="hold"/>
                                        <p:tgtEl>
                                          <p:spTgt spid="25"/>
                                        </p:tgtEl>
                                        <p:attrNameLst>
                                          <p:attrName>ppt_w</p:attrName>
                                        </p:attrNameLst>
                                      </p:cBhvr>
                                      <p:tavLst>
                                        <p:tav tm="0">
                                          <p:val>
                                            <p:strVal val="0"/>
                                          </p:val>
                                        </p:tav>
                                        <p:tav tm="100000">
                                          <p:val>
                                            <p:strVal val="#ppt_w"/>
                                          </p:val>
                                        </p:tav>
                                      </p:tavLst>
                                    </p:anim>
                                    <p:anim calcmode="lin" valueType="num">
                                      <p:cBhvr>
                                        <p:cTn id="28" dur="550" fill="hold"/>
                                        <p:tgtEl>
                                          <p:spTgt spid="25"/>
                                        </p:tgtEl>
                                        <p:attrNameLst>
                                          <p:attrName>ppt_h</p:attrName>
                                        </p:attrNameLst>
                                      </p:cBhvr>
                                      <p:tavLst>
                                        <p:tav tm="0">
                                          <p:val>
                                            <p:strVal val="0"/>
                                          </p:val>
                                        </p:tav>
                                        <p:tav tm="100000">
                                          <p:val>
                                            <p:strVal val="#ppt_h"/>
                                          </p:val>
                                        </p:tav>
                                      </p:tavLst>
                                    </p:anim>
                                    <p:animEffect transition="in" filter="fade">
                                      <p:cBhvr>
                                        <p:cTn id="29" dur="550"/>
                                        <p:tgtEl>
                                          <p:spTgt spid="25"/>
                                        </p:tgtEl>
                                      </p:cBhvr>
                                    </p:animEffect>
                                  </p:childTnLst>
                                </p:cTn>
                              </p:par>
                              <p:par>
                                <p:cTn id="31" presetID="42" presetClass="entr" presetSubtype="0" fill="hold" grpId="0" nodeType="withEffect">
                                  <p:stCondLst>
                                    <p:cond delay="630"/>
                                  </p:stCondLst>
                                  <p:childTnLst>
                                    <p:set>
                                      <p:cBhvr>
                                        <p:cTn id="30" dur="1" fill="hold">
                                          <p:stCondLst>
                                            <p:cond delay="0"/>
                                          </p:stCondLst>
                                        </p:cTn>
                                        <p:tgtEl>
                                          <p:spTgt spid="12"/>
                                        </p:tgtEl>
                                        <p:attrNameLst>
                                          <p:attrName>style.visibility</p:attrName>
                                        </p:attrNameLst>
                                      </p:cBhvr>
                                      <p:to>
                                        <p:strVal val="visible"/>
                                      </p:to>
                                    </p:set>
                                    <p:animEffect transition="in" filter="fade">
                                      <p:cBhvr>
                                        <p:cTn id="32" dur="700"/>
                                        <p:tgtEl>
                                          <p:spTgt spid="12"/>
                                        </p:tgtEl>
                                      </p:cBhvr>
                                    </p:animEffect>
                                    <p:anim calcmode="lin" valueType="num">
                                      <p:cBhvr>
                                        <p:cTn id="33" dur="700" fill="hold"/>
                                        <p:tgtEl>
                                          <p:spTgt spid="12"/>
                                        </p:tgtEl>
                                        <p:attrNameLst>
                                          <p:attrName>ppt_x</p:attrName>
                                        </p:attrNameLst>
                                      </p:cBhvr>
                                      <p:tavLst>
                                        <p:tav tm="0">
                                          <p:val>
                                            <p:strVal val="#ppt_x"/>
                                          </p:val>
                                        </p:tav>
                                        <p:tav tm="100000">
                                          <p:val>
                                            <p:strVal val="#ppt_x"/>
                                          </p:val>
                                        </p:tav>
                                      </p:tavLst>
                                    </p:anim>
                                    <p:anim calcmode="lin" valueType="num">
                                      <p:cBhvr>
                                        <p:cTn id="34" dur="700" fill="hold"/>
                                        <p:tgtEl>
                                          <p:spTgt spid="12"/>
                                        </p:tgtEl>
                                        <p:attrNameLst>
                                          <p:attrName>ppt_y</p:attrName>
                                        </p:attrNameLst>
                                      </p:cBhvr>
                                      <p:tavLst>
                                        <p:tav tm="0">
                                          <p:val>
                                            <p:strVal val="#ppt_y+.06"/>
                                          </p:val>
                                        </p:tav>
                                        <p:tav tm="100000">
                                          <p:val>
                                            <p:strVal val="#ppt_y"/>
                                          </p:val>
                                        </p:tav>
                                      </p:tavLst>
                                    </p:anim>
                                  </p:childTnLst>
                                </p:cTn>
                              </p:par>
                              <p:par>
                                <p:cTn id="36" presetID="10" presetClass="entr" presetSubtype="0" fill="hold" grpId="0" nodeType="withEffect">
                                  <p:stCondLst>
                                    <p:cond delay="790"/>
                                  </p:stCondLst>
                                  <p:childTnLst>
                                    <p:set>
                                      <p:cBhvr>
                                        <p:cTn id="35" dur="1" fill="hold">
                                          <p:stCondLst>
                                            <p:cond delay="0"/>
                                          </p:stCondLst>
                                        </p:cTn>
                                        <p:tgtEl>
                                          <p:spTgt spid="13"/>
                                        </p:tgtEl>
                                        <p:attrNameLst>
                                          <p:attrName>style.visibility</p:attrName>
                                        </p:attrNameLst>
                                      </p:cBhvr>
                                      <p:to>
                                        <p:strVal val="visible"/>
                                      </p:to>
                                    </p:set>
                                    <p:animEffect transition="in" filter="fade">
                                      <p:cBhvr>
                                        <p:cTn id="37" dur="600"/>
                                        <p:tgtEl>
                                          <p:spTgt spid="13"/>
                                        </p:tgtEl>
                                      </p:cBhvr>
                                    </p:animEffect>
                                  </p:childTnLst>
                                </p:cTn>
                              </p:par>
                              <p:par>
                                <p:cTn id="39" presetID="10" presetClass="entr" presetSubtype="0" fill="hold" grpId="0" nodeType="withEffect">
                                  <p:stCondLst>
                                    <p:cond delay="790"/>
                                  </p:stCondLst>
                                  <p:childTnLst>
                                    <p:set>
                                      <p:cBhvr>
                                        <p:cTn id="38" dur="1" fill="hold">
                                          <p:stCondLst>
                                            <p:cond delay="0"/>
                                          </p:stCondLst>
                                        </p:cTn>
                                        <p:tgtEl>
                                          <p:spTgt spid="14"/>
                                        </p:tgtEl>
                                        <p:attrNameLst>
                                          <p:attrName>style.visibility</p:attrName>
                                        </p:attrNameLst>
                                      </p:cBhvr>
                                      <p:to>
                                        <p:strVal val="visible"/>
                                      </p:to>
                                    </p:set>
                                    <p:animEffect transition="in" filter="fade">
                                      <p:cBhvr>
                                        <p:cTn id="40" dur="600"/>
                                        <p:tgtEl>
                                          <p:spTgt spid="14"/>
                                        </p:tgtEl>
                                      </p:cBhvr>
                                    </p:animEffect>
                                  </p:childTnLst>
                                </p:cTn>
                              </p:par>
                              <p:par>
                                <p:cTn id="42" presetID="10" presetClass="entr" presetSubtype="0" fill="hold" grpId="0" nodeType="withEffect">
                                  <p:stCondLst>
                                    <p:cond delay="9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par>
                                <p:cTn id="45" presetID="42" presetClass="entr" presetSubtype="0" fill="hold" grpId="0" nodeType="withEffect">
                                  <p:stCondLst>
                                    <p:cond delay="1110"/>
                                  </p:stCondLst>
                                  <p:childTnLst>
                                    <p:set>
                                      <p:cBhvr>
                                        <p:cTn id="44" dur="1" fill="hold">
                                          <p:stCondLst>
                                            <p:cond delay="0"/>
                                          </p:stCondLst>
                                        </p:cTn>
                                        <p:tgtEl>
                                          <p:spTgt spid="16"/>
                                        </p:tgtEl>
                                        <p:attrNameLst>
                                          <p:attrName>style.visibility</p:attrName>
                                        </p:attrNameLst>
                                      </p:cBhvr>
                                      <p:to>
                                        <p:strVal val="visible"/>
                                      </p:to>
                                    </p:set>
                                    <p:animEffect transition="in" filter="fade">
                                      <p:cBhvr>
                                        <p:cTn id="46" dur="700"/>
                                        <p:tgtEl>
                                          <p:spTgt spid="16"/>
                                        </p:tgtEl>
                                      </p:cBhvr>
                                    </p:animEffect>
                                    <p:anim calcmode="lin" valueType="num">
                                      <p:cBhvr>
                                        <p:cTn id="47" dur="700" fill="hold"/>
                                        <p:tgtEl>
                                          <p:spTgt spid="16"/>
                                        </p:tgtEl>
                                        <p:attrNameLst>
                                          <p:attrName>ppt_x</p:attrName>
                                        </p:attrNameLst>
                                      </p:cBhvr>
                                      <p:tavLst>
                                        <p:tav tm="0">
                                          <p:val>
                                            <p:strVal val="#ppt_x"/>
                                          </p:val>
                                        </p:tav>
                                        <p:tav tm="100000">
                                          <p:val>
                                            <p:strVal val="#ppt_x"/>
                                          </p:val>
                                        </p:tav>
                                      </p:tavLst>
                                    </p:anim>
                                    <p:anim calcmode="lin" valueType="num">
                                      <p:cBhvr>
                                        <p:cTn id="48" dur="700" fill="hold"/>
                                        <p:tgtEl>
                                          <p:spTgt spid="16"/>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1110"/>
                                  </p:stCondLst>
                                  <p:childTnLst>
                                    <p:set>
                                      <p:cBhvr>
                                        <p:cTn id="49" dur="1" fill="hold">
                                          <p:stCondLst>
                                            <p:cond delay="0"/>
                                          </p:stCondLst>
                                        </p:cTn>
                                        <p:tgtEl>
                                          <p:spTgt spid="17"/>
                                        </p:tgtEl>
                                        <p:attrNameLst>
                                          <p:attrName>style.visibility</p:attrName>
                                        </p:attrNameLst>
                                      </p:cBhvr>
                                      <p:to>
                                        <p:strVal val="visible"/>
                                      </p:to>
                                    </p:set>
                                    <p:animEffect transition="in" filter="fade">
                                      <p:cBhvr>
                                        <p:cTn id="51" dur="700"/>
                                        <p:tgtEl>
                                          <p:spTgt spid="17"/>
                                        </p:tgtEl>
                                      </p:cBhvr>
                                    </p:animEffect>
                                    <p:anim calcmode="lin" valueType="num">
                                      <p:cBhvr>
                                        <p:cTn id="52" dur="700" fill="hold"/>
                                        <p:tgtEl>
                                          <p:spTgt spid="17"/>
                                        </p:tgtEl>
                                        <p:attrNameLst>
                                          <p:attrName>ppt_x</p:attrName>
                                        </p:attrNameLst>
                                      </p:cBhvr>
                                      <p:tavLst>
                                        <p:tav tm="0">
                                          <p:val>
                                            <p:strVal val="#ppt_x"/>
                                          </p:val>
                                        </p:tav>
                                        <p:tav tm="100000">
                                          <p:val>
                                            <p:strVal val="#ppt_x"/>
                                          </p:val>
                                        </p:tav>
                                      </p:tavLst>
                                    </p:anim>
                                    <p:anim calcmode="lin" valueType="num">
                                      <p:cBhvr>
                                        <p:cTn id="53" dur="700" fill="hold"/>
                                        <p:tgtEl>
                                          <p:spTgt spid="17"/>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1110"/>
                                  </p:stCondLst>
                                  <p:childTnLst>
                                    <p:set>
                                      <p:cBhvr>
                                        <p:cTn id="54" dur="1" fill="hold">
                                          <p:stCondLst>
                                            <p:cond delay="0"/>
                                          </p:stCondLst>
                                        </p:cTn>
                                        <p:tgtEl>
                                          <p:spTgt spid="18"/>
                                        </p:tgtEl>
                                        <p:attrNameLst>
                                          <p:attrName>style.visibility</p:attrName>
                                        </p:attrNameLst>
                                      </p:cBhvr>
                                      <p:to>
                                        <p:strVal val="visible"/>
                                      </p:to>
                                    </p:set>
                                    <p:animEffect transition="in" filter="fade">
                                      <p:cBhvr>
                                        <p:cTn id="56" dur="700"/>
                                        <p:tgtEl>
                                          <p:spTgt spid="18"/>
                                        </p:tgtEl>
                                      </p:cBhvr>
                                    </p:animEffect>
                                    <p:anim calcmode="lin" valueType="num">
                                      <p:cBhvr>
                                        <p:cTn id="57" dur="700" fill="hold"/>
                                        <p:tgtEl>
                                          <p:spTgt spid="18"/>
                                        </p:tgtEl>
                                        <p:attrNameLst>
                                          <p:attrName>ppt_x</p:attrName>
                                        </p:attrNameLst>
                                      </p:cBhvr>
                                      <p:tavLst>
                                        <p:tav tm="0">
                                          <p:val>
                                            <p:strVal val="#ppt_x"/>
                                          </p:val>
                                        </p:tav>
                                        <p:tav tm="100000">
                                          <p:val>
                                            <p:strVal val="#ppt_x"/>
                                          </p:val>
                                        </p:tav>
                                      </p:tavLst>
                                    </p:anim>
                                    <p:anim calcmode="lin" valueType="num">
                                      <p:cBhvr>
                                        <p:cTn id="58" dur="700" fill="hold"/>
                                        <p:tgtEl>
                                          <p:spTgt spid="18"/>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1270"/>
                                  </p:stCondLst>
                                  <p:childTnLst>
                                    <p:set>
                                      <p:cBhvr>
                                        <p:cTn id="59" dur="1" fill="hold">
                                          <p:stCondLst>
                                            <p:cond delay="0"/>
                                          </p:stCondLst>
                                        </p:cTn>
                                        <p:tgtEl>
                                          <p:spTgt spid="19"/>
                                        </p:tgtEl>
                                        <p:attrNameLst>
                                          <p:attrName>style.visibility</p:attrName>
                                        </p:attrNameLst>
                                      </p:cBhvr>
                                      <p:to>
                                        <p:strVal val="visible"/>
                                      </p:to>
                                    </p:set>
                                    <p:animEffect transition="in" filter="fade">
                                      <p:cBhvr>
                                        <p:cTn id="61" dur="700"/>
                                        <p:tgtEl>
                                          <p:spTgt spid="19"/>
                                        </p:tgtEl>
                                      </p:cBhvr>
                                    </p:animEffect>
                                    <p:anim calcmode="lin" valueType="num">
                                      <p:cBhvr>
                                        <p:cTn id="62" dur="700" fill="hold"/>
                                        <p:tgtEl>
                                          <p:spTgt spid="19"/>
                                        </p:tgtEl>
                                        <p:attrNameLst>
                                          <p:attrName>ppt_x</p:attrName>
                                        </p:attrNameLst>
                                      </p:cBhvr>
                                      <p:tavLst>
                                        <p:tav tm="0">
                                          <p:val>
                                            <p:strVal val="#ppt_x"/>
                                          </p:val>
                                        </p:tav>
                                        <p:tav tm="100000">
                                          <p:val>
                                            <p:strVal val="#ppt_x"/>
                                          </p:val>
                                        </p:tav>
                                      </p:tavLst>
                                    </p:anim>
                                    <p:anim calcmode="lin" valueType="num">
                                      <p:cBhvr>
                                        <p:cTn id="63" dur="700" fill="hold"/>
                                        <p:tgtEl>
                                          <p:spTgt spid="19"/>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1270"/>
                                  </p:stCondLst>
                                  <p:childTnLst>
                                    <p:set>
                                      <p:cBhvr>
                                        <p:cTn id="64" dur="1" fill="hold">
                                          <p:stCondLst>
                                            <p:cond delay="0"/>
                                          </p:stCondLst>
                                        </p:cTn>
                                        <p:tgtEl>
                                          <p:spTgt spid="20"/>
                                        </p:tgtEl>
                                        <p:attrNameLst>
                                          <p:attrName>style.visibility</p:attrName>
                                        </p:attrNameLst>
                                      </p:cBhvr>
                                      <p:to>
                                        <p:strVal val="visible"/>
                                      </p:to>
                                    </p:set>
                                    <p:animEffect transition="in" filter="fade">
                                      <p:cBhvr>
                                        <p:cTn id="66" dur="700"/>
                                        <p:tgtEl>
                                          <p:spTgt spid="20"/>
                                        </p:tgtEl>
                                      </p:cBhvr>
                                    </p:animEffect>
                                    <p:anim calcmode="lin" valueType="num">
                                      <p:cBhvr>
                                        <p:cTn id="67" dur="700" fill="hold"/>
                                        <p:tgtEl>
                                          <p:spTgt spid="20"/>
                                        </p:tgtEl>
                                        <p:attrNameLst>
                                          <p:attrName>ppt_x</p:attrName>
                                        </p:attrNameLst>
                                      </p:cBhvr>
                                      <p:tavLst>
                                        <p:tav tm="0">
                                          <p:val>
                                            <p:strVal val="#ppt_x"/>
                                          </p:val>
                                        </p:tav>
                                        <p:tav tm="100000">
                                          <p:val>
                                            <p:strVal val="#ppt_x"/>
                                          </p:val>
                                        </p:tav>
                                      </p:tavLst>
                                    </p:anim>
                                    <p:anim calcmode="lin" valueType="num">
                                      <p:cBhvr>
                                        <p:cTn id="68" dur="700" fill="hold"/>
                                        <p:tgtEl>
                                          <p:spTgt spid="20"/>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1270"/>
                                  </p:stCondLst>
                                  <p:childTnLst>
                                    <p:set>
                                      <p:cBhvr>
                                        <p:cTn id="69" dur="1" fill="hold">
                                          <p:stCondLst>
                                            <p:cond delay="0"/>
                                          </p:stCondLst>
                                        </p:cTn>
                                        <p:tgtEl>
                                          <p:spTgt spid="21"/>
                                        </p:tgtEl>
                                        <p:attrNameLst>
                                          <p:attrName>style.visibility</p:attrName>
                                        </p:attrNameLst>
                                      </p:cBhvr>
                                      <p:to>
                                        <p:strVal val="visible"/>
                                      </p:to>
                                    </p:set>
                                    <p:animEffect transition="in" filter="fade">
                                      <p:cBhvr>
                                        <p:cTn id="71" dur="700"/>
                                        <p:tgtEl>
                                          <p:spTgt spid="21"/>
                                        </p:tgtEl>
                                      </p:cBhvr>
                                    </p:animEffect>
                                    <p:anim calcmode="lin" valueType="num">
                                      <p:cBhvr>
                                        <p:cTn id="72" dur="700" fill="hold"/>
                                        <p:tgtEl>
                                          <p:spTgt spid="21"/>
                                        </p:tgtEl>
                                        <p:attrNameLst>
                                          <p:attrName>ppt_x</p:attrName>
                                        </p:attrNameLst>
                                      </p:cBhvr>
                                      <p:tavLst>
                                        <p:tav tm="0">
                                          <p:val>
                                            <p:strVal val="#ppt_x"/>
                                          </p:val>
                                        </p:tav>
                                        <p:tav tm="100000">
                                          <p:val>
                                            <p:strVal val="#ppt_x"/>
                                          </p:val>
                                        </p:tav>
                                      </p:tavLst>
                                    </p:anim>
                                    <p:anim calcmode="lin" valueType="num">
                                      <p:cBhvr>
                                        <p:cTn id="73" dur="700" fill="hold"/>
                                        <p:tgtEl>
                                          <p:spTgt spid="21"/>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1430"/>
                                  </p:stCondLst>
                                  <p:childTnLst>
                                    <p:set>
                                      <p:cBhvr>
                                        <p:cTn id="74" dur="1" fill="hold">
                                          <p:stCondLst>
                                            <p:cond delay="0"/>
                                          </p:stCondLst>
                                        </p:cTn>
                                        <p:tgtEl>
                                          <p:spTgt spid="22"/>
                                        </p:tgtEl>
                                        <p:attrNameLst>
                                          <p:attrName>style.visibility</p:attrName>
                                        </p:attrNameLst>
                                      </p:cBhvr>
                                      <p:to>
                                        <p:strVal val="visible"/>
                                      </p:to>
                                    </p:set>
                                    <p:animEffect transition="in" filter="fade">
                                      <p:cBhvr>
                                        <p:cTn id="76" dur="700"/>
                                        <p:tgtEl>
                                          <p:spTgt spid="22"/>
                                        </p:tgtEl>
                                      </p:cBhvr>
                                    </p:animEffect>
                                    <p:anim calcmode="lin" valueType="num">
                                      <p:cBhvr>
                                        <p:cTn id="77" dur="700" fill="hold"/>
                                        <p:tgtEl>
                                          <p:spTgt spid="22"/>
                                        </p:tgtEl>
                                        <p:attrNameLst>
                                          <p:attrName>ppt_x</p:attrName>
                                        </p:attrNameLst>
                                      </p:cBhvr>
                                      <p:tavLst>
                                        <p:tav tm="0">
                                          <p:val>
                                            <p:strVal val="#ppt_x"/>
                                          </p:val>
                                        </p:tav>
                                        <p:tav tm="100000">
                                          <p:val>
                                            <p:strVal val="#ppt_x"/>
                                          </p:val>
                                        </p:tav>
                                      </p:tavLst>
                                    </p:anim>
                                    <p:anim calcmode="lin" valueType="num">
                                      <p:cBhvr>
                                        <p:cTn id="78" dur="700" fill="hold"/>
                                        <p:tgtEl>
                                          <p:spTgt spid="22"/>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1430"/>
                                  </p:stCondLst>
                                  <p:childTnLst>
                                    <p:set>
                                      <p:cBhvr>
                                        <p:cTn id="79" dur="1" fill="hold">
                                          <p:stCondLst>
                                            <p:cond delay="0"/>
                                          </p:stCondLst>
                                        </p:cTn>
                                        <p:tgtEl>
                                          <p:spTgt spid="23"/>
                                        </p:tgtEl>
                                        <p:attrNameLst>
                                          <p:attrName>style.visibility</p:attrName>
                                        </p:attrNameLst>
                                      </p:cBhvr>
                                      <p:to>
                                        <p:strVal val="visible"/>
                                      </p:to>
                                    </p:set>
                                    <p:animEffect transition="in" filter="fade">
                                      <p:cBhvr>
                                        <p:cTn id="81" dur="700"/>
                                        <p:tgtEl>
                                          <p:spTgt spid="23"/>
                                        </p:tgtEl>
                                      </p:cBhvr>
                                    </p:animEffect>
                                    <p:anim calcmode="lin" valueType="num">
                                      <p:cBhvr>
                                        <p:cTn id="82" dur="700" fill="hold"/>
                                        <p:tgtEl>
                                          <p:spTgt spid="23"/>
                                        </p:tgtEl>
                                        <p:attrNameLst>
                                          <p:attrName>ppt_x</p:attrName>
                                        </p:attrNameLst>
                                      </p:cBhvr>
                                      <p:tavLst>
                                        <p:tav tm="0">
                                          <p:val>
                                            <p:strVal val="#ppt_x"/>
                                          </p:val>
                                        </p:tav>
                                        <p:tav tm="100000">
                                          <p:val>
                                            <p:strVal val="#ppt_x"/>
                                          </p:val>
                                        </p:tav>
                                      </p:tavLst>
                                    </p:anim>
                                    <p:anim calcmode="lin" valueType="num">
                                      <p:cBhvr>
                                        <p:cTn id="83" dur="700" fill="hold"/>
                                        <p:tgtEl>
                                          <p:spTgt spid="23"/>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1430"/>
                                  </p:stCondLst>
                                  <p:childTnLst>
                                    <p:set>
                                      <p:cBhvr>
                                        <p:cTn id="84" dur="1" fill="hold">
                                          <p:stCondLst>
                                            <p:cond delay="0"/>
                                          </p:stCondLst>
                                        </p:cTn>
                                        <p:tgtEl>
                                          <p:spTgt spid="24"/>
                                        </p:tgtEl>
                                        <p:attrNameLst>
                                          <p:attrName>style.visibility</p:attrName>
                                        </p:attrNameLst>
                                      </p:cBhvr>
                                      <p:to>
                                        <p:strVal val="visible"/>
                                      </p:to>
                                    </p:set>
                                    <p:animEffect transition="in" filter="fade">
                                      <p:cBhvr>
                                        <p:cTn id="86" dur="700"/>
                                        <p:tgtEl>
                                          <p:spTgt spid="24"/>
                                        </p:tgtEl>
                                      </p:cBhvr>
                                    </p:animEffect>
                                    <p:anim calcmode="lin" valueType="num">
                                      <p:cBhvr>
                                        <p:cTn id="87" dur="700" fill="hold"/>
                                        <p:tgtEl>
                                          <p:spTgt spid="24"/>
                                        </p:tgtEl>
                                        <p:attrNameLst>
                                          <p:attrName>ppt_x</p:attrName>
                                        </p:attrNameLst>
                                      </p:cBhvr>
                                      <p:tavLst>
                                        <p:tav tm="0">
                                          <p:val>
                                            <p:strVal val="#ppt_x"/>
                                          </p:val>
                                        </p:tav>
                                        <p:tav tm="100000">
                                          <p:val>
                                            <p:strVal val="#ppt_x"/>
                                          </p:val>
                                        </p:tav>
                                      </p:tavLst>
                                    </p:anim>
                                    <p:anim calcmode="lin" valueType="num">
                                      <p:cBhvr>
                                        <p:cTn id="88" dur="700" fill="hold"/>
                                        <p:tgtEl>
                                          <p:spTgt spid="24"/>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1590"/>
                                  </p:stCondLst>
                                  <p:childTnLst>
                                    <p:set>
                                      <p:cBhvr>
                                        <p:cTn id="89" dur="1" fill="hold">
                                          <p:stCondLst>
                                            <p:cond delay="0"/>
                                          </p:stCondLst>
                                        </p:cTn>
                                        <p:tgtEl>
                                          <p:spTgt spid="26"/>
                                        </p:tgtEl>
                                        <p:attrNameLst>
                                          <p:attrName>style.visibility</p:attrName>
                                        </p:attrNameLst>
                                      </p:cBhvr>
                                      <p:to>
                                        <p:strVal val="visible"/>
                                      </p:to>
                                    </p:set>
                                    <p:animEffect transition="in" filter="fade">
                                      <p:cBhvr>
                                        <p:cTn id="91" dur="700"/>
                                        <p:tgtEl>
                                          <p:spTgt spid="26"/>
                                        </p:tgtEl>
                                      </p:cBhvr>
                                    </p:animEffect>
                                    <p:anim calcmode="lin" valueType="num">
                                      <p:cBhvr>
                                        <p:cTn id="92" dur="700" fill="hold"/>
                                        <p:tgtEl>
                                          <p:spTgt spid="26"/>
                                        </p:tgtEl>
                                        <p:attrNameLst>
                                          <p:attrName>ppt_x</p:attrName>
                                        </p:attrNameLst>
                                      </p:cBhvr>
                                      <p:tavLst>
                                        <p:tav tm="0">
                                          <p:val>
                                            <p:strVal val="#ppt_x"/>
                                          </p:val>
                                        </p:tav>
                                        <p:tav tm="100000">
                                          <p:val>
                                            <p:strVal val="#ppt_x"/>
                                          </p:val>
                                        </p:tav>
                                      </p:tavLst>
                                    </p:anim>
                                    <p:anim calcmode="lin" valueType="num">
                                      <p:cBhvr>
                                        <p:cTn id="93" dur="700" fill="hold"/>
                                        <p:tgtEl>
                                          <p:spTgt spid="26"/>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1750"/>
                                  </p:stCondLst>
                                  <p:childTnLst>
                                    <p:set>
                                      <p:cBhvr>
                                        <p:cTn id="94" dur="1" fill="hold">
                                          <p:stCondLst>
                                            <p:cond delay="0"/>
                                          </p:stCondLst>
                                        </p:cTn>
                                        <p:tgtEl>
                                          <p:spTgt spid="27"/>
                                        </p:tgtEl>
                                        <p:attrNameLst>
                                          <p:attrName>style.visibility</p:attrName>
                                        </p:attrNameLst>
                                      </p:cBhvr>
                                      <p:to>
                                        <p:strVal val="visible"/>
                                      </p:to>
                                    </p:set>
                                    <p:animEffect transition="in" filter="fade">
                                      <p:cBhvr>
                                        <p:cTn id="96" dur="700"/>
                                        <p:tgtEl>
                                          <p:spTgt spid="27"/>
                                        </p:tgtEl>
                                      </p:cBhvr>
                                    </p:animEffect>
                                    <p:anim calcmode="lin" valueType="num">
                                      <p:cBhvr>
                                        <p:cTn id="97" dur="700" fill="hold"/>
                                        <p:tgtEl>
                                          <p:spTgt spid="27"/>
                                        </p:tgtEl>
                                        <p:attrNameLst>
                                          <p:attrName>ppt_x</p:attrName>
                                        </p:attrNameLst>
                                      </p:cBhvr>
                                      <p:tavLst>
                                        <p:tav tm="0">
                                          <p:val>
                                            <p:strVal val="#ppt_x"/>
                                          </p:val>
                                        </p:tav>
                                        <p:tav tm="100000">
                                          <p:val>
                                            <p:strVal val="#ppt_x"/>
                                          </p:val>
                                        </p:tav>
                                      </p:tavLst>
                                    </p:anim>
                                    <p:anim calcmode="lin" valueType="num">
                                      <p:cBhvr>
                                        <p:cTn id="98" dur="700" fill="hold"/>
                                        <p:tgtEl>
                                          <p:spTgt spid="27"/>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1910"/>
                                  </p:stCondLst>
                                  <p:childTnLst>
                                    <p:set>
                                      <p:cBhvr>
                                        <p:cTn id="99" dur="1" fill="hold">
                                          <p:stCondLst>
                                            <p:cond delay="0"/>
                                          </p:stCondLst>
                                        </p:cTn>
                                        <p:tgtEl>
                                          <p:spTgt spid="28"/>
                                        </p:tgtEl>
                                        <p:attrNameLst>
                                          <p:attrName>style.visibility</p:attrName>
                                        </p:attrNameLst>
                                      </p:cBhvr>
                                      <p:to>
                                        <p:strVal val="visible"/>
                                      </p:to>
                                    </p:set>
                                    <p:animEffect transition="in" filter="fade">
                                      <p:cBhvr>
                                        <p:cTn id="101" dur="700"/>
                                        <p:tgtEl>
                                          <p:spTgt spid="28"/>
                                        </p:tgtEl>
                                      </p:cBhvr>
                                    </p:animEffect>
                                    <p:anim calcmode="lin" valueType="num">
                                      <p:cBhvr>
                                        <p:cTn id="102" dur="700" fill="hold"/>
                                        <p:tgtEl>
                                          <p:spTgt spid="28"/>
                                        </p:tgtEl>
                                        <p:attrNameLst>
                                          <p:attrName>ppt_x</p:attrName>
                                        </p:attrNameLst>
                                      </p:cBhvr>
                                      <p:tavLst>
                                        <p:tav tm="0">
                                          <p:val>
                                            <p:strVal val="#ppt_x"/>
                                          </p:val>
                                        </p:tav>
                                        <p:tav tm="100000">
                                          <p:val>
                                            <p:strVal val="#ppt_x"/>
                                          </p:val>
                                        </p:tav>
                                      </p:tavLst>
                                    </p:anim>
                                    <p:anim calcmode="lin" valueType="num">
                                      <p:cBhvr>
                                        <p:cTn id="103" dur="700" fill="hold"/>
                                        <p:tgtEl>
                                          <p:spTgt spid="28"/>
                                        </p:tgtEl>
                                        <p:attrNameLst>
                                          <p:attrName>ppt_y</p:attrName>
                                        </p:attrNameLst>
                                      </p:cBhvr>
                                      <p:tavLst>
                                        <p:tav tm="0">
                                          <p:val>
                                            <p:strVal val="#ppt_y+.06"/>
                                          </p:val>
                                        </p:tav>
                                        <p:tav tm="100000">
                                          <p:val>
                                            <p:strVal val="#ppt_y"/>
                                          </p:val>
                                        </p:tav>
                                      </p:tavLst>
                                    </p:anim>
                                  </p:childTnLst>
                                </p:cTn>
                              </p:par>
                              <p:par>
                                <p:cTn id="105" presetID="10" presetClass="entr" presetSubtype="0" fill="hold" grpId="0" nodeType="withEffect">
                                  <p:stCondLst>
                                    <p:cond delay="207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6"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P spid="28" grpId="0" animBg="1"/>
      <p:bldP spid="2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4" y="-2951927"/>
            <a:ext cx="5785809" cy="578580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174676" y="3560303"/>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919342" y="3863768"/>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Acknowledgement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WITH GRATITUDE</a:t>
            </a:r>
            <a:endParaRPr lang="en-US" sz="1300" dirty="0"/>
          </a:p>
        </p:txBody>
      </p:sp>
      <p:sp>
        <p:nvSpPr>
          <p:cNvPr id="8" name="tv|fade|1|"/>
          <p:cNvSpPr txBox="1"/>
          <p:nvPr/>
        </p:nvSpPr>
        <p:spPr>
          <a:xfrm>
            <a:off x="548640" y="1600200"/>
            <a:ext cx="10515600" cy="365760"/>
          </a:xfrm>
          <a:prstGeom prst="rect">
            <a:avLst/>
          </a:prstGeom>
          <a:noFill/>
          <a:ln/>
        </p:spPr>
        <p:txBody>
          <a:bodyPr wrap="square" lIns="0" tIns="0" rIns="0" bIns="0" rtlCol="0" anchor="t"/>
          <a:lstStyle/>
          <a:p>
            <a:pPr indent="0" marL="0">
              <a:buNone/>
            </a:pPr>
            <a:r>
              <a:rPr lang="en-US" sz="1600" dirty="0">
                <a:solidFill>
                  <a:srgbClr val="9FC4CF"/>
                </a:solidFill>
              </a:rPr>
              <a:t>We thank the following for their guidance, encouragement and support throughout this project.</a:t>
            </a:r>
            <a:endParaRPr lang="en-US" sz="1600" dirty="0"/>
          </a:p>
        </p:txBody>
      </p:sp>
      <p:sp>
        <p:nvSpPr>
          <p:cNvPr id="9" name="tv|rise|2|"/>
          <p:cNvSpPr/>
          <p:nvPr/>
        </p:nvSpPr>
        <p:spPr>
          <a:xfrm>
            <a:off x="548640" y="2331720"/>
            <a:ext cx="3520440" cy="3246120"/>
          </a:xfrm>
          <a:prstGeom prst="roundRect">
            <a:avLst>
              <a:gd name="adj" fmla="val 3944"/>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0" name="tv|zoom|2|badge"/>
          <p:cNvSpPr/>
          <p:nvPr/>
        </p:nvSpPr>
        <p:spPr>
          <a:xfrm>
            <a:off x="868680" y="2679192"/>
            <a:ext cx="868680" cy="86868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1" name="tv|zoom|2|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9790" y="2870302"/>
            <a:ext cx="486461" cy="486461"/>
          </a:xfrm>
          <a:prstGeom prst="rect">
            <a:avLst/>
          </a:prstGeom>
        </p:spPr>
      </p:pic>
      <p:sp>
        <p:nvSpPr>
          <p:cNvPr id="12" name="tv|rise|2|"/>
          <p:cNvSpPr txBox="1"/>
          <p:nvPr/>
        </p:nvSpPr>
        <p:spPr>
          <a:xfrm>
            <a:off x="868680" y="3794760"/>
            <a:ext cx="2926080" cy="274320"/>
          </a:xfrm>
          <a:prstGeom prst="rect">
            <a:avLst/>
          </a:prstGeom>
          <a:noFill/>
          <a:ln/>
        </p:spPr>
        <p:txBody>
          <a:bodyPr wrap="square" lIns="0" tIns="0" rIns="0" bIns="0" rtlCol="0" anchor="t"/>
          <a:lstStyle/>
          <a:p>
            <a:pPr indent="0" marL="0">
              <a:buNone/>
            </a:pPr>
            <a:r>
              <a:rPr lang="en-US" sz="1200" b="1" spc="100" kern="0" dirty="0">
                <a:gradFill flip="none" rotWithShape="1">
                  <a:gsLst>
                    <a:gs pos="0">
                      <a:srgbClr val="2EF2B0"/>
                    </a:gs>
                    <a:gs pos="50000">
                      <a:srgbClr val="19B8FF"/>
                    </a:gs>
                    <a:gs pos="100000">
                      <a:srgbClr val="7C5CFF"/>
                    </a:gs>
                  </a:gsLst>
                  <a:lin ang="0" scaled="0"/>
                </a:gradFill>
              </a:rPr>
              <a:t>HEAD OF THE DEPARTMENT</a:t>
            </a:r>
            <a:endParaRPr lang="en-US" sz="1200" dirty="0"/>
          </a:p>
        </p:txBody>
      </p:sp>
      <p:sp>
        <p:nvSpPr>
          <p:cNvPr id="13" name="tv|rise|2|"/>
          <p:cNvSpPr txBox="1"/>
          <p:nvPr/>
        </p:nvSpPr>
        <p:spPr>
          <a:xfrm>
            <a:off x="868680" y="4114800"/>
            <a:ext cx="2926080" cy="411480"/>
          </a:xfrm>
          <a:prstGeom prst="rect">
            <a:avLst/>
          </a:prstGeom>
          <a:noFill/>
          <a:ln/>
        </p:spPr>
        <p:txBody>
          <a:bodyPr wrap="square" lIns="0" tIns="0" rIns="0" bIns="0" rtlCol="0" anchor="t"/>
          <a:lstStyle/>
          <a:p>
            <a:pPr indent="0" marL="0">
              <a:buNone/>
            </a:pPr>
            <a:r>
              <a:rPr lang="en-US" sz="2000" b="1" dirty="0">
                <a:solidFill>
                  <a:srgbClr val="EEFBFF"/>
                </a:solidFill>
              </a:rPr>
              <a:t>Dr. N. Ilayaraja</a:t>
            </a:r>
            <a:endParaRPr lang="en-US" sz="2000" dirty="0"/>
          </a:p>
        </p:txBody>
      </p:sp>
      <p:sp>
        <p:nvSpPr>
          <p:cNvPr id="14" name="tv|rise|2|"/>
          <p:cNvSpPr txBox="1"/>
          <p:nvPr/>
        </p:nvSpPr>
        <p:spPr>
          <a:xfrm>
            <a:off x="868680" y="4617720"/>
            <a:ext cx="2926080" cy="777240"/>
          </a:xfrm>
          <a:prstGeom prst="rect">
            <a:avLst/>
          </a:prstGeom>
          <a:noFill/>
          <a:ln/>
        </p:spPr>
        <p:txBody>
          <a:bodyPr wrap="square" lIns="0" tIns="0" rIns="0" bIns="0" rtlCol="0" anchor="t"/>
          <a:lstStyle/>
          <a:p>
            <a:pPr indent="0" marL="0">
              <a:buNone/>
            </a:pPr>
            <a:r>
              <a:rPr lang="en-US" sz="1400" dirty="0">
                <a:solidFill>
                  <a:srgbClr val="9FC4CF"/>
                </a:solidFill>
              </a:rPr>
              <a:t>Department of Computer Applications, PSG College of Technology</a:t>
            </a:r>
            <a:endParaRPr lang="en-US" sz="1400" dirty="0"/>
          </a:p>
        </p:txBody>
      </p:sp>
      <p:sp>
        <p:nvSpPr>
          <p:cNvPr id="15" name="tv|rise|3|"/>
          <p:cNvSpPr/>
          <p:nvPr/>
        </p:nvSpPr>
        <p:spPr>
          <a:xfrm>
            <a:off x="4320540" y="2331720"/>
            <a:ext cx="3520440" cy="3246120"/>
          </a:xfrm>
          <a:prstGeom prst="roundRect">
            <a:avLst>
              <a:gd name="adj" fmla="val 3944"/>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6" name="tv|zoom|3|badge"/>
          <p:cNvSpPr/>
          <p:nvPr/>
        </p:nvSpPr>
        <p:spPr>
          <a:xfrm>
            <a:off x="4640580" y="2679192"/>
            <a:ext cx="868680" cy="86868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7" name="tv|zoom|3|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831690" y="2870302"/>
            <a:ext cx="486461" cy="486461"/>
          </a:xfrm>
          <a:prstGeom prst="rect">
            <a:avLst/>
          </a:prstGeom>
        </p:spPr>
      </p:pic>
      <p:sp>
        <p:nvSpPr>
          <p:cNvPr id="18" name="tv|rise|3|"/>
          <p:cNvSpPr txBox="1"/>
          <p:nvPr/>
        </p:nvSpPr>
        <p:spPr>
          <a:xfrm>
            <a:off x="4640580" y="3794760"/>
            <a:ext cx="2926080" cy="274320"/>
          </a:xfrm>
          <a:prstGeom prst="rect">
            <a:avLst/>
          </a:prstGeom>
          <a:noFill/>
          <a:ln/>
        </p:spPr>
        <p:txBody>
          <a:bodyPr wrap="square" lIns="0" tIns="0" rIns="0" bIns="0" rtlCol="0" anchor="t"/>
          <a:lstStyle/>
          <a:p>
            <a:pPr indent="0" marL="0">
              <a:buNone/>
            </a:pPr>
            <a:r>
              <a:rPr lang="en-US" sz="1200" b="1" spc="100" kern="0" dirty="0">
                <a:gradFill flip="none" rotWithShape="1">
                  <a:gsLst>
                    <a:gs pos="0">
                      <a:srgbClr val="2EF2B0"/>
                    </a:gs>
                    <a:gs pos="50000">
                      <a:srgbClr val="19B8FF"/>
                    </a:gs>
                    <a:gs pos="100000">
                      <a:srgbClr val="7C5CFF"/>
                    </a:gs>
                  </a:gsLst>
                  <a:lin ang="0" scaled="0"/>
                </a:gradFill>
              </a:rPr>
              <a:t>MCA PROGRAMME COORDINATOR</a:t>
            </a:r>
            <a:endParaRPr lang="en-US" sz="1200" dirty="0"/>
          </a:p>
        </p:txBody>
      </p:sp>
      <p:sp>
        <p:nvSpPr>
          <p:cNvPr id="19" name="tv|rise|3|"/>
          <p:cNvSpPr txBox="1"/>
          <p:nvPr/>
        </p:nvSpPr>
        <p:spPr>
          <a:xfrm>
            <a:off x="4640580" y="4114800"/>
            <a:ext cx="2926080" cy="411480"/>
          </a:xfrm>
          <a:prstGeom prst="rect">
            <a:avLst/>
          </a:prstGeom>
          <a:noFill/>
          <a:ln/>
        </p:spPr>
        <p:txBody>
          <a:bodyPr wrap="square" lIns="0" tIns="0" rIns="0" bIns="0" rtlCol="0" anchor="t"/>
          <a:lstStyle/>
          <a:p>
            <a:pPr indent="0" marL="0">
              <a:buNone/>
            </a:pPr>
            <a:r>
              <a:rPr lang="en-US" sz="2000" b="1" dirty="0">
                <a:solidFill>
                  <a:srgbClr val="EEFBFF"/>
                </a:solidFill>
              </a:rPr>
              <a:t>Ms. A. Kalyani</a:t>
            </a:r>
            <a:endParaRPr lang="en-US" sz="2000" dirty="0"/>
          </a:p>
        </p:txBody>
      </p:sp>
      <p:sp>
        <p:nvSpPr>
          <p:cNvPr id="20" name="tv|rise|3|"/>
          <p:cNvSpPr txBox="1"/>
          <p:nvPr/>
        </p:nvSpPr>
        <p:spPr>
          <a:xfrm>
            <a:off x="4640580" y="4617720"/>
            <a:ext cx="2926080" cy="777240"/>
          </a:xfrm>
          <a:prstGeom prst="rect">
            <a:avLst/>
          </a:prstGeom>
          <a:noFill/>
          <a:ln/>
        </p:spPr>
        <p:txBody>
          <a:bodyPr wrap="square" lIns="0" tIns="0" rIns="0" bIns="0" rtlCol="0" anchor="t"/>
          <a:lstStyle/>
          <a:p>
            <a:pPr indent="0" marL="0">
              <a:buNone/>
            </a:pPr>
            <a:r>
              <a:rPr lang="en-US" sz="1400" dirty="0">
                <a:solidFill>
                  <a:srgbClr val="9FC4CF"/>
                </a:solidFill>
              </a:rPr>
              <a:t>For coordinating the programme and the project reviews</a:t>
            </a:r>
            <a:endParaRPr lang="en-US" sz="1400" dirty="0"/>
          </a:p>
        </p:txBody>
      </p:sp>
      <p:sp>
        <p:nvSpPr>
          <p:cNvPr id="21" name="tv|rise|4|"/>
          <p:cNvSpPr/>
          <p:nvPr/>
        </p:nvSpPr>
        <p:spPr>
          <a:xfrm>
            <a:off x="8092440" y="2331720"/>
            <a:ext cx="3520440" cy="3246120"/>
          </a:xfrm>
          <a:prstGeom prst="roundRect">
            <a:avLst>
              <a:gd name="adj" fmla="val 3944"/>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2" name="tv|zoom|4|badge"/>
          <p:cNvSpPr/>
          <p:nvPr/>
        </p:nvSpPr>
        <p:spPr>
          <a:xfrm>
            <a:off x="8412480" y="2679192"/>
            <a:ext cx="868680" cy="86868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23" name="tv|zoom|4|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603590" y="2870302"/>
            <a:ext cx="486461" cy="486461"/>
          </a:xfrm>
          <a:prstGeom prst="rect">
            <a:avLst/>
          </a:prstGeom>
        </p:spPr>
      </p:pic>
      <p:sp>
        <p:nvSpPr>
          <p:cNvPr id="24" name="tv|rise|4|"/>
          <p:cNvSpPr txBox="1"/>
          <p:nvPr/>
        </p:nvSpPr>
        <p:spPr>
          <a:xfrm>
            <a:off x="8412480" y="3794760"/>
            <a:ext cx="2926080" cy="274320"/>
          </a:xfrm>
          <a:prstGeom prst="rect">
            <a:avLst/>
          </a:prstGeom>
          <a:noFill/>
          <a:ln/>
        </p:spPr>
        <p:txBody>
          <a:bodyPr wrap="square" lIns="0" tIns="0" rIns="0" bIns="0" rtlCol="0" anchor="t"/>
          <a:lstStyle/>
          <a:p>
            <a:pPr indent="0" marL="0">
              <a:buNone/>
            </a:pPr>
            <a:r>
              <a:rPr lang="en-US" sz="1200" b="1" spc="100" kern="0" dirty="0">
                <a:gradFill flip="none" rotWithShape="1">
                  <a:gsLst>
                    <a:gs pos="0">
                      <a:srgbClr val="2EF2B0"/>
                    </a:gs>
                    <a:gs pos="50000">
                      <a:srgbClr val="19B8FF"/>
                    </a:gs>
                    <a:gs pos="100000">
                      <a:srgbClr val="7C5CFF"/>
                    </a:gs>
                  </a:gsLst>
                  <a:lin ang="0" scaled="0"/>
                </a:gradFill>
              </a:rPr>
              <a:t>GUIDE AND REVIEW PANEL</a:t>
            </a:r>
            <a:endParaRPr lang="en-US" sz="1200" dirty="0"/>
          </a:p>
        </p:txBody>
      </p:sp>
      <p:sp>
        <p:nvSpPr>
          <p:cNvPr id="25" name="tv|rise|4|"/>
          <p:cNvSpPr txBox="1"/>
          <p:nvPr/>
        </p:nvSpPr>
        <p:spPr>
          <a:xfrm>
            <a:off x="8412480" y="4114800"/>
            <a:ext cx="2926080" cy="411480"/>
          </a:xfrm>
          <a:prstGeom prst="rect">
            <a:avLst/>
          </a:prstGeom>
          <a:noFill/>
          <a:ln/>
        </p:spPr>
        <p:txBody>
          <a:bodyPr wrap="square" lIns="0" tIns="0" rIns="0" bIns="0" rtlCol="0" anchor="t"/>
          <a:lstStyle/>
          <a:p>
            <a:pPr indent="0" marL="0">
              <a:buNone/>
            </a:pPr>
            <a:r>
              <a:rPr lang="en-US" sz="2000" b="1" dirty="0">
                <a:solidFill>
                  <a:srgbClr val="EEFBFF"/>
                </a:solidFill>
              </a:rPr>
              <a:t>Review panel members</a:t>
            </a:r>
            <a:endParaRPr lang="en-US" sz="2000" dirty="0"/>
          </a:p>
        </p:txBody>
      </p:sp>
      <p:sp>
        <p:nvSpPr>
          <p:cNvPr id="26" name="tv|rise|4|"/>
          <p:cNvSpPr txBox="1"/>
          <p:nvPr/>
        </p:nvSpPr>
        <p:spPr>
          <a:xfrm>
            <a:off x="8412480" y="4617720"/>
            <a:ext cx="2926080" cy="777240"/>
          </a:xfrm>
          <a:prstGeom prst="rect">
            <a:avLst/>
          </a:prstGeom>
          <a:noFill/>
          <a:ln/>
        </p:spPr>
        <p:txBody>
          <a:bodyPr wrap="square" lIns="0" tIns="0" rIns="0" bIns="0" rtlCol="0" anchor="t"/>
          <a:lstStyle/>
          <a:p>
            <a:pPr indent="0" marL="0">
              <a:buNone/>
            </a:pPr>
            <a:r>
              <a:rPr lang="en-US" sz="1400" dirty="0">
                <a:solidFill>
                  <a:srgbClr val="9FC4CF"/>
                </a:solidFill>
              </a:rPr>
              <a:t>Our guide Dr. N. Ilayaraja and the panel, for their suggestions and feedback</a:t>
            </a:r>
            <a:endParaRPr lang="en-US" sz="1400" dirty="0"/>
          </a:p>
        </p:txBody>
      </p:sp>
      <p:sp>
        <p:nvSpPr>
          <p:cNvPr id="27" name="tv|fade|6|"/>
          <p:cNvSpPr txBox="1"/>
          <p:nvPr/>
        </p:nvSpPr>
        <p:spPr>
          <a:xfrm>
            <a:off x="548640" y="5806440"/>
            <a:ext cx="10515600" cy="320040"/>
          </a:xfrm>
          <a:prstGeom prst="rect">
            <a:avLst/>
          </a:prstGeom>
          <a:noFill/>
          <a:ln/>
        </p:spPr>
        <p:txBody>
          <a:bodyPr wrap="square" lIns="0" tIns="0" rIns="0" bIns="0" rtlCol="0" anchor="t"/>
          <a:lstStyle/>
          <a:p>
            <a:pPr indent="0" marL="0">
              <a:buNone/>
            </a:pPr>
            <a:r>
              <a:rPr lang="en-US" sz="1400" i="1" dirty="0">
                <a:solidFill>
                  <a:srgbClr val="9FC4CF"/>
                </a:solidFill>
              </a:rPr>
              <a:t>— Kirubhakaran K, Pooja M and Srinithish J K</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10"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par>
                                <p:cTn id="12" presetID="42" presetClass="entr" presetSubtype="0" fill="hold" grpId="0" nodeType="withEffect">
                                  <p:stCondLst>
                                    <p:cond delay="470"/>
                                  </p:stCondLst>
                                  <p:childTnLst>
                                    <p:set>
                                      <p:cBhvr>
                                        <p:cTn id="11"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p:cTn id="14" dur="700" fill="hold"/>
                                        <p:tgtEl>
                                          <p:spTgt spid="9"/>
                                        </p:tgtEl>
                                        <p:attrNameLst>
                                          <p:attrName>ppt_x</p:attrName>
                                        </p:attrNameLst>
                                      </p:cBhvr>
                                      <p:tavLst>
                                        <p:tav tm="0">
                                          <p:val>
                                            <p:strVal val="#ppt_x"/>
                                          </p:val>
                                        </p:tav>
                                        <p:tav tm="100000">
                                          <p:val>
                                            <p:strVal val="#ppt_x"/>
                                          </p:val>
                                        </p:tav>
                                      </p:tavLst>
                                    </p:anim>
                                    <p:anim calcmode="lin" valueType="num">
                                      <p:cBhvr>
                                        <p:cTn id="15" dur="700" fill="hold"/>
                                        <p:tgtEl>
                                          <p:spTgt spid="9"/>
                                        </p:tgtEl>
                                        <p:attrNameLst>
                                          <p:attrName>ppt_y</p:attrName>
                                        </p:attrNameLst>
                                      </p:cBhvr>
                                      <p:tavLst>
                                        <p:tav tm="0">
                                          <p:val>
                                            <p:strVal val="#ppt_y+.06"/>
                                          </p:val>
                                        </p:tav>
                                        <p:tav tm="100000">
                                          <p:val>
                                            <p:strVal val="#ppt_y"/>
                                          </p:val>
                                        </p:tav>
                                      </p:tavLst>
                                    </p:anim>
                                  </p:childTnLst>
                                </p:cTn>
                              </p:par>
                              <p:par>
                                <p:cTn id="17" presetID="53" presetClass="entr" presetSubtype="16"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 calcmode="lin" valueType="num">
                                      <p:cBhvr>
                                        <p:cTn id="18" dur="550" fill="hold"/>
                                        <p:tgtEl>
                                          <p:spTgt spid="10"/>
                                        </p:tgtEl>
                                        <p:attrNameLst>
                                          <p:attrName>ppt_w</p:attrName>
                                        </p:attrNameLst>
                                      </p:cBhvr>
                                      <p:tavLst>
                                        <p:tav tm="0">
                                          <p:val>
                                            <p:strVal val="0"/>
                                          </p:val>
                                        </p:tav>
                                        <p:tav tm="100000">
                                          <p:val>
                                            <p:strVal val="#ppt_w"/>
                                          </p:val>
                                        </p:tav>
                                      </p:tavLst>
                                    </p:anim>
                                    <p:anim calcmode="lin" valueType="num">
                                      <p:cBhvr>
                                        <p:cTn id="19" dur="550" fill="hold"/>
                                        <p:tgtEl>
                                          <p:spTgt spid="10"/>
                                        </p:tgtEl>
                                        <p:attrNameLst>
                                          <p:attrName>ppt_h</p:attrName>
                                        </p:attrNameLst>
                                      </p:cBhvr>
                                      <p:tavLst>
                                        <p:tav tm="0">
                                          <p:val>
                                            <p:strVal val="0"/>
                                          </p:val>
                                        </p:tav>
                                        <p:tav tm="100000">
                                          <p:val>
                                            <p:strVal val="#ppt_h"/>
                                          </p:val>
                                        </p:tav>
                                      </p:tavLst>
                                    </p:anim>
                                    <p:animEffect transition="in" filter="fade">
                                      <p:cBhvr>
                                        <p:cTn id="20" dur="550"/>
                                        <p:tgtEl>
                                          <p:spTgt spid="10"/>
                                        </p:tgtEl>
                                      </p:cBhvr>
                                    </p:animEffect>
                                  </p:childTnLst>
                                </p:cTn>
                              </p:par>
                              <p:par>
                                <p:cTn id="22" presetID="53" presetClass="entr" presetSubtype="16"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 calcmode="lin" valueType="num">
                                      <p:cBhvr>
                                        <p:cTn id="23" dur="550" fill="hold"/>
                                        <p:tgtEl>
                                          <p:spTgt spid="11"/>
                                        </p:tgtEl>
                                        <p:attrNameLst>
                                          <p:attrName>ppt_w</p:attrName>
                                        </p:attrNameLst>
                                      </p:cBhvr>
                                      <p:tavLst>
                                        <p:tav tm="0">
                                          <p:val>
                                            <p:strVal val="0"/>
                                          </p:val>
                                        </p:tav>
                                        <p:tav tm="100000">
                                          <p:val>
                                            <p:strVal val="#ppt_w"/>
                                          </p:val>
                                        </p:tav>
                                      </p:tavLst>
                                    </p:anim>
                                    <p:anim calcmode="lin" valueType="num">
                                      <p:cBhvr>
                                        <p:cTn id="24" dur="550" fill="hold"/>
                                        <p:tgtEl>
                                          <p:spTgt spid="11"/>
                                        </p:tgtEl>
                                        <p:attrNameLst>
                                          <p:attrName>ppt_h</p:attrName>
                                        </p:attrNameLst>
                                      </p:cBhvr>
                                      <p:tavLst>
                                        <p:tav tm="0">
                                          <p:val>
                                            <p:strVal val="0"/>
                                          </p:val>
                                        </p:tav>
                                        <p:tav tm="100000">
                                          <p:val>
                                            <p:strVal val="#ppt_h"/>
                                          </p:val>
                                        </p:tav>
                                      </p:tavLst>
                                    </p:anim>
                                    <p:animEffect transition="in" filter="fade">
                                      <p:cBhvr>
                                        <p:cTn id="25" dur="550"/>
                                        <p:tgtEl>
                                          <p:spTgt spid="11"/>
                                        </p:tgtEl>
                                      </p:cBhvr>
                                    </p:animEffect>
                                  </p:childTnLst>
                                </p:cTn>
                              </p:par>
                              <p:par>
                                <p:cTn id="27" presetID="42" presetClass="entr" presetSubtype="0" fill="hold" grpId="0" nodeType="withEffect">
                                  <p:stCondLst>
                                    <p:cond delay="470"/>
                                  </p:stCondLst>
                                  <p:childTnLst>
                                    <p:set>
                                      <p:cBhvr>
                                        <p:cTn id="26" dur="1" fill="hold">
                                          <p:stCondLst>
                                            <p:cond delay="0"/>
                                          </p:stCondLst>
                                        </p:cTn>
                                        <p:tgtEl>
                                          <p:spTgt spid="12"/>
                                        </p:tgtEl>
                                        <p:attrNameLst>
                                          <p:attrName>style.visibility</p:attrName>
                                        </p:attrNameLst>
                                      </p:cBhvr>
                                      <p:to>
                                        <p:strVal val="visible"/>
                                      </p:to>
                                    </p:set>
                                    <p:animEffect transition="in" filter="fade">
                                      <p:cBhvr>
                                        <p:cTn id="28" dur="700"/>
                                        <p:tgtEl>
                                          <p:spTgt spid="12"/>
                                        </p:tgtEl>
                                      </p:cBhvr>
                                    </p:animEffect>
                                    <p:anim calcmode="lin" valueType="num">
                                      <p:cBhvr>
                                        <p:cTn id="29" dur="700" fill="hold"/>
                                        <p:tgtEl>
                                          <p:spTgt spid="12"/>
                                        </p:tgtEl>
                                        <p:attrNameLst>
                                          <p:attrName>ppt_x</p:attrName>
                                        </p:attrNameLst>
                                      </p:cBhvr>
                                      <p:tavLst>
                                        <p:tav tm="0">
                                          <p:val>
                                            <p:strVal val="#ppt_x"/>
                                          </p:val>
                                        </p:tav>
                                        <p:tav tm="100000">
                                          <p:val>
                                            <p:strVal val="#ppt_x"/>
                                          </p:val>
                                        </p:tav>
                                      </p:tavLst>
                                    </p:anim>
                                    <p:anim calcmode="lin" valueType="num">
                                      <p:cBhvr>
                                        <p:cTn id="30" dur="700" fill="hold"/>
                                        <p:tgtEl>
                                          <p:spTgt spid="12"/>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4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3" dur="700"/>
                                        <p:tgtEl>
                                          <p:spTgt spid="13"/>
                                        </p:tgtEl>
                                      </p:cBhvr>
                                    </p:animEffect>
                                    <p:anim calcmode="lin" valueType="num">
                                      <p:cBhvr>
                                        <p:cTn id="34" dur="700" fill="hold"/>
                                        <p:tgtEl>
                                          <p:spTgt spid="13"/>
                                        </p:tgtEl>
                                        <p:attrNameLst>
                                          <p:attrName>ppt_x</p:attrName>
                                        </p:attrNameLst>
                                      </p:cBhvr>
                                      <p:tavLst>
                                        <p:tav tm="0">
                                          <p:val>
                                            <p:strVal val="#ppt_x"/>
                                          </p:val>
                                        </p:tav>
                                        <p:tav tm="100000">
                                          <p:val>
                                            <p:strVal val="#ppt_x"/>
                                          </p:val>
                                        </p:tav>
                                      </p:tavLst>
                                    </p:anim>
                                    <p:anim calcmode="lin" valueType="num">
                                      <p:cBhvr>
                                        <p:cTn id="35" dur="700" fill="hold"/>
                                        <p:tgtEl>
                                          <p:spTgt spid="13"/>
                                        </p:tgtEl>
                                        <p:attrNameLst>
                                          <p:attrName>ppt_y</p:attrName>
                                        </p:attrNameLst>
                                      </p:cBhvr>
                                      <p:tavLst>
                                        <p:tav tm="0">
                                          <p:val>
                                            <p:strVal val="#ppt_y+.06"/>
                                          </p:val>
                                        </p:tav>
                                        <p:tav tm="100000">
                                          <p:val>
                                            <p:strVal val="#ppt_y"/>
                                          </p:val>
                                        </p:tav>
                                      </p:tavLst>
                                    </p:anim>
                                  </p:childTnLst>
                                </p:cTn>
                              </p:par>
                              <p:par>
                                <p:cTn id="37" presetID="42" presetClass="entr" presetSubtype="0" fill="hold" grpId="0" nodeType="withEffect">
                                  <p:stCondLst>
                                    <p:cond delay="470"/>
                                  </p:stCondLst>
                                  <p:childTnLst>
                                    <p:set>
                                      <p:cBhvr>
                                        <p:cTn id="36" dur="1" fill="hold">
                                          <p:stCondLst>
                                            <p:cond delay="0"/>
                                          </p:stCondLst>
                                        </p:cTn>
                                        <p:tgtEl>
                                          <p:spTgt spid="14"/>
                                        </p:tgtEl>
                                        <p:attrNameLst>
                                          <p:attrName>style.visibility</p:attrName>
                                        </p:attrNameLst>
                                      </p:cBhvr>
                                      <p:to>
                                        <p:strVal val="visible"/>
                                      </p:to>
                                    </p:set>
                                    <p:animEffect transition="in" filter="fade">
                                      <p:cBhvr>
                                        <p:cTn id="38" dur="700"/>
                                        <p:tgtEl>
                                          <p:spTgt spid="14"/>
                                        </p:tgtEl>
                                      </p:cBhvr>
                                    </p:animEffect>
                                    <p:anim calcmode="lin" valueType="num">
                                      <p:cBhvr>
                                        <p:cTn id="39" dur="700" fill="hold"/>
                                        <p:tgtEl>
                                          <p:spTgt spid="14"/>
                                        </p:tgtEl>
                                        <p:attrNameLst>
                                          <p:attrName>ppt_x</p:attrName>
                                        </p:attrNameLst>
                                      </p:cBhvr>
                                      <p:tavLst>
                                        <p:tav tm="0">
                                          <p:val>
                                            <p:strVal val="#ppt_x"/>
                                          </p:val>
                                        </p:tav>
                                        <p:tav tm="100000">
                                          <p:val>
                                            <p:strVal val="#ppt_x"/>
                                          </p:val>
                                        </p:tav>
                                      </p:tavLst>
                                    </p:anim>
                                    <p:anim calcmode="lin" valueType="num">
                                      <p:cBhvr>
                                        <p:cTn id="40" dur="700" fill="hold"/>
                                        <p:tgtEl>
                                          <p:spTgt spid="14"/>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630"/>
                                  </p:stCondLst>
                                  <p:childTnLst>
                                    <p:set>
                                      <p:cBhvr>
                                        <p:cTn id="41" dur="1" fill="hold">
                                          <p:stCondLst>
                                            <p:cond delay="0"/>
                                          </p:stCondLst>
                                        </p:cTn>
                                        <p:tgtEl>
                                          <p:spTgt spid="15"/>
                                        </p:tgtEl>
                                        <p:attrNameLst>
                                          <p:attrName>style.visibility</p:attrName>
                                        </p:attrNameLst>
                                      </p:cBhvr>
                                      <p:to>
                                        <p:strVal val="visible"/>
                                      </p:to>
                                    </p:set>
                                    <p:animEffect transition="in" filter="fade">
                                      <p:cBhvr>
                                        <p:cTn id="43" dur="700"/>
                                        <p:tgtEl>
                                          <p:spTgt spid="15"/>
                                        </p:tgtEl>
                                      </p:cBhvr>
                                    </p:animEffect>
                                    <p:anim calcmode="lin" valueType="num">
                                      <p:cBhvr>
                                        <p:cTn id="44" dur="700" fill="hold"/>
                                        <p:tgtEl>
                                          <p:spTgt spid="15"/>
                                        </p:tgtEl>
                                        <p:attrNameLst>
                                          <p:attrName>ppt_x</p:attrName>
                                        </p:attrNameLst>
                                      </p:cBhvr>
                                      <p:tavLst>
                                        <p:tav tm="0">
                                          <p:val>
                                            <p:strVal val="#ppt_x"/>
                                          </p:val>
                                        </p:tav>
                                        <p:tav tm="100000">
                                          <p:val>
                                            <p:strVal val="#ppt_x"/>
                                          </p:val>
                                        </p:tav>
                                      </p:tavLst>
                                    </p:anim>
                                    <p:anim calcmode="lin" valueType="num">
                                      <p:cBhvr>
                                        <p:cTn id="45" dur="700" fill="hold"/>
                                        <p:tgtEl>
                                          <p:spTgt spid="15"/>
                                        </p:tgtEl>
                                        <p:attrNameLst>
                                          <p:attrName>ppt_y</p:attrName>
                                        </p:attrNameLst>
                                      </p:cBhvr>
                                      <p:tavLst>
                                        <p:tav tm="0">
                                          <p:val>
                                            <p:strVal val="#ppt_y+.06"/>
                                          </p:val>
                                        </p:tav>
                                        <p:tav tm="100000">
                                          <p:val>
                                            <p:strVal val="#ppt_y"/>
                                          </p:val>
                                        </p:tav>
                                      </p:tavLst>
                                    </p:anim>
                                  </p:childTnLst>
                                </p:cTn>
                              </p:par>
                              <p:par>
                                <p:cTn id="47" presetID="53" presetClass="entr" presetSubtype="16" fill="hold" grpId="0" nodeType="withEffect">
                                  <p:stCondLst>
                                    <p:cond delay="630"/>
                                  </p:stCondLst>
                                  <p:childTnLst>
                                    <p:set>
                                      <p:cBhvr>
                                        <p:cTn id="46" dur="1" fill="hold">
                                          <p:stCondLst>
                                            <p:cond delay="0"/>
                                          </p:stCondLst>
                                        </p:cTn>
                                        <p:tgtEl>
                                          <p:spTgt spid="16"/>
                                        </p:tgtEl>
                                        <p:attrNameLst>
                                          <p:attrName>style.visibility</p:attrName>
                                        </p:attrNameLst>
                                      </p:cBhvr>
                                      <p:to>
                                        <p:strVal val="visible"/>
                                      </p:to>
                                    </p:set>
                                    <p:anim calcmode="lin" valueType="num">
                                      <p:cBhvr>
                                        <p:cTn id="48" dur="550" fill="hold"/>
                                        <p:tgtEl>
                                          <p:spTgt spid="16"/>
                                        </p:tgtEl>
                                        <p:attrNameLst>
                                          <p:attrName>ppt_w</p:attrName>
                                        </p:attrNameLst>
                                      </p:cBhvr>
                                      <p:tavLst>
                                        <p:tav tm="0">
                                          <p:val>
                                            <p:strVal val="0"/>
                                          </p:val>
                                        </p:tav>
                                        <p:tav tm="100000">
                                          <p:val>
                                            <p:strVal val="#ppt_w"/>
                                          </p:val>
                                        </p:tav>
                                      </p:tavLst>
                                    </p:anim>
                                    <p:anim calcmode="lin" valueType="num">
                                      <p:cBhvr>
                                        <p:cTn id="49" dur="550" fill="hold"/>
                                        <p:tgtEl>
                                          <p:spTgt spid="16"/>
                                        </p:tgtEl>
                                        <p:attrNameLst>
                                          <p:attrName>ppt_h</p:attrName>
                                        </p:attrNameLst>
                                      </p:cBhvr>
                                      <p:tavLst>
                                        <p:tav tm="0">
                                          <p:val>
                                            <p:strVal val="0"/>
                                          </p:val>
                                        </p:tav>
                                        <p:tav tm="100000">
                                          <p:val>
                                            <p:strVal val="#ppt_h"/>
                                          </p:val>
                                        </p:tav>
                                      </p:tavLst>
                                    </p:anim>
                                    <p:animEffect transition="in" filter="fade">
                                      <p:cBhvr>
                                        <p:cTn id="50" dur="550"/>
                                        <p:tgtEl>
                                          <p:spTgt spid="16"/>
                                        </p:tgtEl>
                                      </p:cBhvr>
                                    </p:animEffect>
                                  </p:childTnLst>
                                </p:cTn>
                              </p:par>
                              <p:par>
                                <p:cTn id="52" presetID="53" presetClass="entr" presetSubtype="16" fill="hold" grpId="0" nodeType="withEffect">
                                  <p:stCondLst>
                                    <p:cond delay="630"/>
                                  </p:stCondLst>
                                  <p:childTnLst>
                                    <p:set>
                                      <p:cBhvr>
                                        <p:cTn id="51" dur="1" fill="hold">
                                          <p:stCondLst>
                                            <p:cond delay="0"/>
                                          </p:stCondLst>
                                        </p:cTn>
                                        <p:tgtEl>
                                          <p:spTgt spid="17"/>
                                        </p:tgtEl>
                                        <p:attrNameLst>
                                          <p:attrName>style.visibility</p:attrName>
                                        </p:attrNameLst>
                                      </p:cBhvr>
                                      <p:to>
                                        <p:strVal val="visible"/>
                                      </p:to>
                                    </p:set>
                                    <p:anim calcmode="lin" valueType="num">
                                      <p:cBhvr>
                                        <p:cTn id="53" dur="550" fill="hold"/>
                                        <p:tgtEl>
                                          <p:spTgt spid="17"/>
                                        </p:tgtEl>
                                        <p:attrNameLst>
                                          <p:attrName>ppt_w</p:attrName>
                                        </p:attrNameLst>
                                      </p:cBhvr>
                                      <p:tavLst>
                                        <p:tav tm="0">
                                          <p:val>
                                            <p:strVal val="0"/>
                                          </p:val>
                                        </p:tav>
                                        <p:tav tm="100000">
                                          <p:val>
                                            <p:strVal val="#ppt_w"/>
                                          </p:val>
                                        </p:tav>
                                      </p:tavLst>
                                    </p:anim>
                                    <p:anim calcmode="lin" valueType="num">
                                      <p:cBhvr>
                                        <p:cTn id="54" dur="550" fill="hold"/>
                                        <p:tgtEl>
                                          <p:spTgt spid="17"/>
                                        </p:tgtEl>
                                        <p:attrNameLst>
                                          <p:attrName>ppt_h</p:attrName>
                                        </p:attrNameLst>
                                      </p:cBhvr>
                                      <p:tavLst>
                                        <p:tav tm="0">
                                          <p:val>
                                            <p:strVal val="0"/>
                                          </p:val>
                                        </p:tav>
                                        <p:tav tm="100000">
                                          <p:val>
                                            <p:strVal val="#ppt_h"/>
                                          </p:val>
                                        </p:tav>
                                      </p:tavLst>
                                    </p:anim>
                                    <p:animEffect transition="in" filter="fade">
                                      <p:cBhvr>
                                        <p:cTn id="55" dur="550"/>
                                        <p:tgtEl>
                                          <p:spTgt spid="17"/>
                                        </p:tgtEl>
                                      </p:cBhvr>
                                    </p:animEffect>
                                  </p:childTnLst>
                                </p:cTn>
                              </p:par>
                              <p:par>
                                <p:cTn id="57" presetID="42" presetClass="entr" presetSubtype="0" fill="hold" grpId="0" nodeType="withEffect">
                                  <p:stCondLst>
                                    <p:cond delay="630"/>
                                  </p:stCondLst>
                                  <p:childTnLst>
                                    <p:set>
                                      <p:cBhvr>
                                        <p:cTn id="56" dur="1" fill="hold">
                                          <p:stCondLst>
                                            <p:cond delay="0"/>
                                          </p:stCondLst>
                                        </p:cTn>
                                        <p:tgtEl>
                                          <p:spTgt spid="18"/>
                                        </p:tgtEl>
                                        <p:attrNameLst>
                                          <p:attrName>style.visibility</p:attrName>
                                        </p:attrNameLst>
                                      </p:cBhvr>
                                      <p:to>
                                        <p:strVal val="visible"/>
                                      </p:to>
                                    </p:set>
                                    <p:animEffect transition="in" filter="fade">
                                      <p:cBhvr>
                                        <p:cTn id="58" dur="700"/>
                                        <p:tgtEl>
                                          <p:spTgt spid="18"/>
                                        </p:tgtEl>
                                      </p:cBhvr>
                                    </p:animEffect>
                                    <p:anim calcmode="lin" valueType="num">
                                      <p:cBhvr>
                                        <p:cTn id="59" dur="700" fill="hold"/>
                                        <p:tgtEl>
                                          <p:spTgt spid="18"/>
                                        </p:tgtEl>
                                        <p:attrNameLst>
                                          <p:attrName>ppt_x</p:attrName>
                                        </p:attrNameLst>
                                      </p:cBhvr>
                                      <p:tavLst>
                                        <p:tav tm="0">
                                          <p:val>
                                            <p:strVal val="#ppt_x"/>
                                          </p:val>
                                        </p:tav>
                                        <p:tav tm="100000">
                                          <p:val>
                                            <p:strVal val="#ppt_x"/>
                                          </p:val>
                                        </p:tav>
                                      </p:tavLst>
                                    </p:anim>
                                    <p:anim calcmode="lin" valueType="num">
                                      <p:cBhvr>
                                        <p:cTn id="60" dur="700" fill="hold"/>
                                        <p:tgtEl>
                                          <p:spTgt spid="18"/>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630"/>
                                  </p:stCondLst>
                                  <p:childTnLst>
                                    <p:set>
                                      <p:cBhvr>
                                        <p:cTn id="61" dur="1" fill="hold">
                                          <p:stCondLst>
                                            <p:cond delay="0"/>
                                          </p:stCondLst>
                                        </p:cTn>
                                        <p:tgtEl>
                                          <p:spTgt spid="19"/>
                                        </p:tgtEl>
                                        <p:attrNameLst>
                                          <p:attrName>style.visibility</p:attrName>
                                        </p:attrNameLst>
                                      </p:cBhvr>
                                      <p:to>
                                        <p:strVal val="visible"/>
                                      </p:to>
                                    </p:set>
                                    <p:animEffect transition="in" filter="fade">
                                      <p:cBhvr>
                                        <p:cTn id="63" dur="700"/>
                                        <p:tgtEl>
                                          <p:spTgt spid="19"/>
                                        </p:tgtEl>
                                      </p:cBhvr>
                                    </p:animEffect>
                                    <p:anim calcmode="lin" valueType="num">
                                      <p:cBhvr>
                                        <p:cTn id="64" dur="700" fill="hold"/>
                                        <p:tgtEl>
                                          <p:spTgt spid="19"/>
                                        </p:tgtEl>
                                        <p:attrNameLst>
                                          <p:attrName>ppt_x</p:attrName>
                                        </p:attrNameLst>
                                      </p:cBhvr>
                                      <p:tavLst>
                                        <p:tav tm="0">
                                          <p:val>
                                            <p:strVal val="#ppt_x"/>
                                          </p:val>
                                        </p:tav>
                                        <p:tav tm="100000">
                                          <p:val>
                                            <p:strVal val="#ppt_x"/>
                                          </p:val>
                                        </p:tav>
                                      </p:tavLst>
                                    </p:anim>
                                    <p:anim calcmode="lin" valueType="num">
                                      <p:cBhvr>
                                        <p:cTn id="65" dur="700" fill="hold"/>
                                        <p:tgtEl>
                                          <p:spTgt spid="19"/>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630"/>
                                  </p:stCondLst>
                                  <p:childTnLst>
                                    <p:set>
                                      <p:cBhvr>
                                        <p:cTn id="66" dur="1" fill="hold">
                                          <p:stCondLst>
                                            <p:cond delay="0"/>
                                          </p:stCondLst>
                                        </p:cTn>
                                        <p:tgtEl>
                                          <p:spTgt spid="20"/>
                                        </p:tgtEl>
                                        <p:attrNameLst>
                                          <p:attrName>style.visibility</p:attrName>
                                        </p:attrNameLst>
                                      </p:cBhvr>
                                      <p:to>
                                        <p:strVal val="visible"/>
                                      </p:to>
                                    </p:set>
                                    <p:animEffect transition="in" filter="fade">
                                      <p:cBhvr>
                                        <p:cTn id="68" dur="700"/>
                                        <p:tgtEl>
                                          <p:spTgt spid="20"/>
                                        </p:tgtEl>
                                      </p:cBhvr>
                                    </p:animEffect>
                                    <p:anim calcmode="lin" valueType="num">
                                      <p:cBhvr>
                                        <p:cTn id="69" dur="700" fill="hold"/>
                                        <p:tgtEl>
                                          <p:spTgt spid="20"/>
                                        </p:tgtEl>
                                        <p:attrNameLst>
                                          <p:attrName>ppt_x</p:attrName>
                                        </p:attrNameLst>
                                      </p:cBhvr>
                                      <p:tavLst>
                                        <p:tav tm="0">
                                          <p:val>
                                            <p:strVal val="#ppt_x"/>
                                          </p:val>
                                        </p:tav>
                                        <p:tav tm="100000">
                                          <p:val>
                                            <p:strVal val="#ppt_x"/>
                                          </p:val>
                                        </p:tav>
                                      </p:tavLst>
                                    </p:anim>
                                    <p:anim calcmode="lin" valueType="num">
                                      <p:cBhvr>
                                        <p:cTn id="70" dur="700" fill="hold"/>
                                        <p:tgtEl>
                                          <p:spTgt spid="20"/>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790"/>
                                  </p:stCondLst>
                                  <p:childTnLst>
                                    <p:set>
                                      <p:cBhvr>
                                        <p:cTn id="71" dur="1" fill="hold">
                                          <p:stCondLst>
                                            <p:cond delay="0"/>
                                          </p:stCondLst>
                                        </p:cTn>
                                        <p:tgtEl>
                                          <p:spTgt spid="21"/>
                                        </p:tgtEl>
                                        <p:attrNameLst>
                                          <p:attrName>style.visibility</p:attrName>
                                        </p:attrNameLst>
                                      </p:cBhvr>
                                      <p:to>
                                        <p:strVal val="visible"/>
                                      </p:to>
                                    </p:set>
                                    <p:animEffect transition="in" filter="fade">
                                      <p:cBhvr>
                                        <p:cTn id="73" dur="700"/>
                                        <p:tgtEl>
                                          <p:spTgt spid="21"/>
                                        </p:tgtEl>
                                      </p:cBhvr>
                                    </p:animEffect>
                                    <p:anim calcmode="lin" valueType="num">
                                      <p:cBhvr>
                                        <p:cTn id="74" dur="700" fill="hold"/>
                                        <p:tgtEl>
                                          <p:spTgt spid="21"/>
                                        </p:tgtEl>
                                        <p:attrNameLst>
                                          <p:attrName>ppt_x</p:attrName>
                                        </p:attrNameLst>
                                      </p:cBhvr>
                                      <p:tavLst>
                                        <p:tav tm="0">
                                          <p:val>
                                            <p:strVal val="#ppt_x"/>
                                          </p:val>
                                        </p:tav>
                                        <p:tav tm="100000">
                                          <p:val>
                                            <p:strVal val="#ppt_x"/>
                                          </p:val>
                                        </p:tav>
                                      </p:tavLst>
                                    </p:anim>
                                    <p:anim calcmode="lin" valueType="num">
                                      <p:cBhvr>
                                        <p:cTn id="75" dur="700" fill="hold"/>
                                        <p:tgtEl>
                                          <p:spTgt spid="21"/>
                                        </p:tgtEl>
                                        <p:attrNameLst>
                                          <p:attrName>ppt_y</p:attrName>
                                        </p:attrNameLst>
                                      </p:cBhvr>
                                      <p:tavLst>
                                        <p:tav tm="0">
                                          <p:val>
                                            <p:strVal val="#ppt_y+.06"/>
                                          </p:val>
                                        </p:tav>
                                        <p:tav tm="100000">
                                          <p:val>
                                            <p:strVal val="#ppt_y"/>
                                          </p:val>
                                        </p:tav>
                                      </p:tavLst>
                                    </p:anim>
                                  </p:childTnLst>
                                </p:cTn>
                              </p:par>
                              <p:par>
                                <p:cTn id="77" presetID="53" presetClass="entr" presetSubtype="16" fill="hold" grpId="0" nodeType="withEffect">
                                  <p:stCondLst>
                                    <p:cond delay="790"/>
                                  </p:stCondLst>
                                  <p:childTnLst>
                                    <p:set>
                                      <p:cBhvr>
                                        <p:cTn id="76" dur="1" fill="hold">
                                          <p:stCondLst>
                                            <p:cond delay="0"/>
                                          </p:stCondLst>
                                        </p:cTn>
                                        <p:tgtEl>
                                          <p:spTgt spid="22"/>
                                        </p:tgtEl>
                                        <p:attrNameLst>
                                          <p:attrName>style.visibility</p:attrName>
                                        </p:attrNameLst>
                                      </p:cBhvr>
                                      <p:to>
                                        <p:strVal val="visible"/>
                                      </p:to>
                                    </p:set>
                                    <p:anim calcmode="lin" valueType="num">
                                      <p:cBhvr>
                                        <p:cTn id="78" dur="550" fill="hold"/>
                                        <p:tgtEl>
                                          <p:spTgt spid="22"/>
                                        </p:tgtEl>
                                        <p:attrNameLst>
                                          <p:attrName>ppt_w</p:attrName>
                                        </p:attrNameLst>
                                      </p:cBhvr>
                                      <p:tavLst>
                                        <p:tav tm="0">
                                          <p:val>
                                            <p:strVal val="0"/>
                                          </p:val>
                                        </p:tav>
                                        <p:tav tm="100000">
                                          <p:val>
                                            <p:strVal val="#ppt_w"/>
                                          </p:val>
                                        </p:tav>
                                      </p:tavLst>
                                    </p:anim>
                                    <p:anim calcmode="lin" valueType="num">
                                      <p:cBhvr>
                                        <p:cTn id="79" dur="550" fill="hold"/>
                                        <p:tgtEl>
                                          <p:spTgt spid="22"/>
                                        </p:tgtEl>
                                        <p:attrNameLst>
                                          <p:attrName>ppt_h</p:attrName>
                                        </p:attrNameLst>
                                      </p:cBhvr>
                                      <p:tavLst>
                                        <p:tav tm="0">
                                          <p:val>
                                            <p:strVal val="0"/>
                                          </p:val>
                                        </p:tav>
                                        <p:tav tm="100000">
                                          <p:val>
                                            <p:strVal val="#ppt_h"/>
                                          </p:val>
                                        </p:tav>
                                      </p:tavLst>
                                    </p:anim>
                                    <p:animEffect transition="in" filter="fade">
                                      <p:cBhvr>
                                        <p:cTn id="80" dur="550"/>
                                        <p:tgtEl>
                                          <p:spTgt spid="22"/>
                                        </p:tgtEl>
                                      </p:cBhvr>
                                    </p:animEffect>
                                  </p:childTnLst>
                                </p:cTn>
                              </p:par>
                              <p:par>
                                <p:cTn id="82" presetID="53" presetClass="entr" presetSubtype="16" fill="hold" grpId="0" nodeType="withEffect">
                                  <p:stCondLst>
                                    <p:cond delay="790"/>
                                  </p:stCondLst>
                                  <p:childTnLst>
                                    <p:set>
                                      <p:cBhvr>
                                        <p:cTn id="81" dur="1" fill="hold">
                                          <p:stCondLst>
                                            <p:cond delay="0"/>
                                          </p:stCondLst>
                                        </p:cTn>
                                        <p:tgtEl>
                                          <p:spTgt spid="23"/>
                                        </p:tgtEl>
                                        <p:attrNameLst>
                                          <p:attrName>style.visibility</p:attrName>
                                        </p:attrNameLst>
                                      </p:cBhvr>
                                      <p:to>
                                        <p:strVal val="visible"/>
                                      </p:to>
                                    </p:set>
                                    <p:anim calcmode="lin" valueType="num">
                                      <p:cBhvr>
                                        <p:cTn id="83" dur="550" fill="hold"/>
                                        <p:tgtEl>
                                          <p:spTgt spid="23"/>
                                        </p:tgtEl>
                                        <p:attrNameLst>
                                          <p:attrName>ppt_w</p:attrName>
                                        </p:attrNameLst>
                                      </p:cBhvr>
                                      <p:tavLst>
                                        <p:tav tm="0">
                                          <p:val>
                                            <p:strVal val="0"/>
                                          </p:val>
                                        </p:tav>
                                        <p:tav tm="100000">
                                          <p:val>
                                            <p:strVal val="#ppt_w"/>
                                          </p:val>
                                        </p:tav>
                                      </p:tavLst>
                                    </p:anim>
                                    <p:anim calcmode="lin" valueType="num">
                                      <p:cBhvr>
                                        <p:cTn id="84" dur="550" fill="hold"/>
                                        <p:tgtEl>
                                          <p:spTgt spid="23"/>
                                        </p:tgtEl>
                                        <p:attrNameLst>
                                          <p:attrName>ppt_h</p:attrName>
                                        </p:attrNameLst>
                                      </p:cBhvr>
                                      <p:tavLst>
                                        <p:tav tm="0">
                                          <p:val>
                                            <p:strVal val="0"/>
                                          </p:val>
                                        </p:tav>
                                        <p:tav tm="100000">
                                          <p:val>
                                            <p:strVal val="#ppt_h"/>
                                          </p:val>
                                        </p:tav>
                                      </p:tavLst>
                                    </p:anim>
                                    <p:animEffect transition="in" filter="fade">
                                      <p:cBhvr>
                                        <p:cTn id="85" dur="550"/>
                                        <p:tgtEl>
                                          <p:spTgt spid="23"/>
                                        </p:tgtEl>
                                      </p:cBhvr>
                                    </p:animEffect>
                                  </p:childTnLst>
                                </p:cTn>
                              </p:par>
                              <p:par>
                                <p:cTn id="87" presetID="42" presetClass="entr" presetSubtype="0" fill="hold" grpId="0" nodeType="withEffect">
                                  <p:stCondLst>
                                    <p:cond delay="790"/>
                                  </p:stCondLst>
                                  <p:childTnLst>
                                    <p:set>
                                      <p:cBhvr>
                                        <p:cTn id="86" dur="1" fill="hold">
                                          <p:stCondLst>
                                            <p:cond delay="0"/>
                                          </p:stCondLst>
                                        </p:cTn>
                                        <p:tgtEl>
                                          <p:spTgt spid="24"/>
                                        </p:tgtEl>
                                        <p:attrNameLst>
                                          <p:attrName>style.visibility</p:attrName>
                                        </p:attrNameLst>
                                      </p:cBhvr>
                                      <p:to>
                                        <p:strVal val="visible"/>
                                      </p:to>
                                    </p:set>
                                    <p:animEffect transition="in" filter="fade">
                                      <p:cBhvr>
                                        <p:cTn id="88" dur="700"/>
                                        <p:tgtEl>
                                          <p:spTgt spid="24"/>
                                        </p:tgtEl>
                                      </p:cBhvr>
                                    </p:animEffect>
                                    <p:anim calcmode="lin" valueType="num">
                                      <p:cBhvr>
                                        <p:cTn id="89" dur="700" fill="hold"/>
                                        <p:tgtEl>
                                          <p:spTgt spid="24"/>
                                        </p:tgtEl>
                                        <p:attrNameLst>
                                          <p:attrName>ppt_x</p:attrName>
                                        </p:attrNameLst>
                                      </p:cBhvr>
                                      <p:tavLst>
                                        <p:tav tm="0">
                                          <p:val>
                                            <p:strVal val="#ppt_x"/>
                                          </p:val>
                                        </p:tav>
                                        <p:tav tm="100000">
                                          <p:val>
                                            <p:strVal val="#ppt_x"/>
                                          </p:val>
                                        </p:tav>
                                      </p:tavLst>
                                    </p:anim>
                                    <p:anim calcmode="lin" valueType="num">
                                      <p:cBhvr>
                                        <p:cTn id="90" dur="700" fill="hold"/>
                                        <p:tgtEl>
                                          <p:spTgt spid="24"/>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790"/>
                                  </p:stCondLst>
                                  <p:childTnLst>
                                    <p:set>
                                      <p:cBhvr>
                                        <p:cTn id="91" dur="1" fill="hold">
                                          <p:stCondLst>
                                            <p:cond delay="0"/>
                                          </p:stCondLst>
                                        </p:cTn>
                                        <p:tgtEl>
                                          <p:spTgt spid="25"/>
                                        </p:tgtEl>
                                        <p:attrNameLst>
                                          <p:attrName>style.visibility</p:attrName>
                                        </p:attrNameLst>
                                      </p:cBhvr>
                                      <p:to>
                                        <p:strVal val="visible"/>
                                      </p:to>
                                    </p:set>
                                    <p:animEffect transition="in" filter="fade">
                                      <p:cBhvr>
                                        <p:cTn id="93" dur="700"/>
                                        <p:tgtEl>
                                          <p:spTgt spid="25"/>
                                        </p:tgtEl>
                                      </p:cBhvr>
                                    </p:animEffect>
                                    <p:anim calcmode="lin" valueType="num">
                                      <p:cBhvr>
                                        <p:cTn id="94" dur="700" fill="hold"/>
                                        <p:tgtEl>
                                          <p:spTgt spid="25"/>
                                        </p:tgtEl>
                                        <p:attrNameLst>
                                          <p:attrName>ppt_x</p:attrName>
                                        </p:attrNameLst>
                                      </p:cBhvr>
                                      <p:tavLst>
                                        <p:tav tm="0">
                                          <p:val>
                                            <p:strVal val="#ppt_x"/>
                                          </p:val>
                                        </p:tav>
                                        <p:tav tm="100000">
                                          <p:val>
                                            <p:strVal val="#ppt_x"/>
                                          </p:val>
                                        </p:tav>
                                      </p:tavLst>
                                    </p:anim>
                                    <p:anim calcmode="lin" valueType="num">
                                      <p:cBhvr>
                                        <p:cTn id="95" dur="700" fill="hold"/>
                                        <p:tgtEl>
                                          <p:spTgt spid="25"/>
                                        </p:tgtEl>
                                        <p:attrNameLst>
                                          <p:attrName>ppt_y</p:attrName>
                                        </p:attrNameLst>
                                      </p:cBhvr>
                                      <p:tavLst>
                                        <p:tav tm="0">
                                          <p:val>
                                            <p:strVal val="#ppt_y+.06"/>
                                          </p:val>
                                        </p:tav>
                                        <p:tav tm="100000">
                                          <p:val>
                                            <p:strVal val="#ppt_y"/>
                                          </p:val>
                                        </p:tav>
                                      </p:tavLst>
                                    </p:anim>
                                  </p:childTnLst>
                                </p:cTn>
                              </p:par>
                              <p:par>
                                <p:cTn id="97" presetID="42" presetClass="entr" presetSubtype="0" fill="hold" grpId="0" nodeType="withEffect">
                                  <p:stCondLst>
                                    <p:cond delay="790"/>
                                  </p:stCondLst>
                                  <p:childTnLst>
                                    <p:set>
                                      <p:cBhvr>
                                        <p:cTn id="96" dur="1" fill="hold">
                                          <p:stCondLst>
                                            <p:cond delay="0"/>
                                          </p:stCondLst>
                                        </p:cTn>
                                        <p:tgtEl>
                                          <p:spTgt spid="26"/>
                                        </p:tgtEl>
                                        <p:attrNameLst>
                                          <p:attrName>style.visibility</p:attrName>
                                        </p:attrNameLst>
                                      </p:cBhvr>
                                      <p:to>
                                        <p:strVal val="visible"/>
                                      </p:to>
                                    </p:set>
                                    <p:animEffect transition="in" filter="fade">
                                      <p:cBhvr>
                                        <p:cTn id="98" dur="700"/>
                                        <p:tgtEl>
                                          <p:spTgt spid="26"/>
                                        </p:tgtEl>
                                      </p:cBhvr>
                                    </p:animEffect>
                                    <p:anim calcmode="lin" valueType="num">
                                      <p:cBhvr>
                                        <p:cTn id="99" dur="700" fill="hold"/>
                                        <p:tgtEl>
                                          <p:spTgt spid="26"/>
                                        </p:tgtEl>
                                        <p:attrNameLst>
                                          <p:attrName>ppt_x</p:attrName>
                                        </p:attrNameLst>
                                      </p:cBhvr>
                                      <p:tavLst>
                                        <p:tav tm="0">
                                          <p:val>
                                            <p:strVal val="#ppt_x"/>
                                          </p:val>
                                        </p:tav>
                                        <p:tav tm="100000">
                                          <p:val>
                                            <p:strVal val="#ppt_x"/>
                                          </p:val>
                                        </p:tav>
                                      </p:tavLst>
                                    </p:anim>
                                    <p:anim calcmode="lin" valueType="num">
                                      <p:cBhvr>
                                        <p:cTn id="100" dur="700" fill="hold"/>
                                        <p:tgtEl>
                                          <p:spTgt spid="26"/>
                                        </p:tgtEl>
                                        <p:attrNameLst>
                                          <p:attrName>ppt_y</p:attrName>
                                        </p:attrNameLst>
                                      </p:cBhvr>
                                      <p:tavLst>
                                        <p:tav tm="0">
                                          <p:val>
                                            <p:strVal val="#ppt_y+.06"/>
                                          </p:val>
                                        </p:tav>
                                        <p:tav tm="100000">
                                          <p:val>
                                            <p:strVal val="#ppt_y"/>
                                          </p:val>
                                        </p:tav>
                                      </p:tavLst>
                                    </p:anim>
                                  </p:childTnLst>
                                </p:cTn>
                              </p:par>
                              <p:par>
                                <p:cTn id="102" presetID="10" presetClass="entr" presetSubtype="0" fill="hold" grpId="0" nodeType="withEffect">
                                  <p:stCondLst>
                                    <p:cond delay="111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3"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29850" y="-2808231"/>
            <a:ext cx="5223872" cy="5223872"/>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40577" y="2146652"/>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96155" y="3391516"/>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Project Overview</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THE PROJECT</a:t>
            </a:r>
            <a:endParaRPr lang="en-US" sz="1300" dirty="0"/>
          </a:p>
        </p:txBody>
      </p:sp>
      <p:sp>
        <p:nvSpPr>
          <p:cNvPr id="8" name="tv|zoom|1|badge"/>
          <p:cNvSpPr/>
          <p:nvPr/>
        </p:nvSpPr>
        <p:spPr>
          <a:xfrm>
            <a:off x="548640" y="1700784"/>
            <a:ext cx="512064" cy="51206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9"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1294" y="1813438"/>
            <a:ext cx="286756" cy="286756"/>
          </a:xfrm>
          <a:prstGeom prst="rect">
            <a:avLst/>
          </a:prstGeom>
        </p:spPr>
      </p:pic>
      <p:sp>
        <p:nvSpPr>
          <p:cNvPr id="10" name="tv|rise|1|"/>
          <p:cNvSpPr txBox="1"/>
          <p:nvPr/>
        </p:nvSpPr>
        <p:spPr>
          <a:xfrm>
            <a:off x="1280160" y="1645920"/>
            <a:ext cx="5394960" cy="640080"/>
          </a:xfrm>
          <a:prstGeom prst="rect">
            <a:avLst/>
          </a:prstGeom>
          <a:noFill/>
          <a:ln/>
        </p:spPr>
        <p:txBody>
          <a:bodyPr wrap="square" lIns="0" tIns="0" rIns="0" bIns="0" rtlCol="0" anchor="ctr"/>
          <a:lstStyle/>
          <a:p>
            <a:pPr indent="0" marL="0">
              <a:buNone/>
            </a:pPr>
            <a:r>
              <a:rPr lang="en-US" sz="1500" dirty="0">
                <a:solidFill>
                  <a:srgbClr val="EEFBFF"/>
                </a:solidFill>
              </a:rPr>
              <a:t>A secure, college-exclusive vault for MCA students’ identity and academic documents</a:t>
            </a:r>
            <a:endParaRPr lang="en-US" sz="1500" dirty="0"/>
          </a:p>
        </p:txBody>
      </p:sp>
      <p:sp>
        <p:nvSpPr>
          <p:cNvPr id="11" name="tv|zoom|2|badge"/>
          <p:cNvSpPr/>
          <p:nvPr/>
        </p:nvSpPr>
        <p:spPr>
          <a:xfrm>
            <a:off x="548640" y="2450592"/>
            <a:ext cx="512064" cy="51206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2"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1294" y="2563246"/>
            <a:ext cx="286756" cy="286756"/>
          </a:xfrm>
          <a:prstGeom prst="rect">
            <a:avLst/>
          </a:prstGeom>
        </p:spPr>
      </p:pic>
      <p:sp>
        <p:nvSpPr>
          <p:cNvPr id="13" name="tv|rise|2|"/>
          <p:cNvSpPr txBox="1"/>
          <p:nvPr/>
        </p:nvSpPr>
        <p:spPr>
          <a:xfrm>
            <a:off x="1280160" y="2395728"/>
            <a:ext cx="5394960" cy="640080"/>
          </a:xfrm>
          <a:prstGeom prst="rect">
            <a:avLst/>
          </a:prstGeom>
          <a:noFill/>
          <a:ln/>
        </p:spPr>
        <p:txBody>
          <a:bodyPr wrap="square" lIns="0" tIns="0" rIns="0" bIns="0" rtlCol="0" anchor="ctr"/>
          <a:lstStyle/>
          <a:p>
            <a:pPr indent="0" marL="0">
              <a:buNone/>
            </a:pPr>
            <a:r>
              <a:rPr lang="en-US" sz="1500" dirty="0">
                <a:solidFill>
                  <a:srgbClr val="EEFBFF"/>
                </a:solidFill>
              </a:rPr>
              <a:t>Three-factor sign-in (password, email code, Google Authenticator) plus a vault PIN</a:t>
            </a:r>
            <a:endParaRPr lang="en-US" sz="1500" dirty="0"/>
          </a:p>
        </p:txBody>
      </p:sp>
      <p:sp>
        <p:nvSpPr>
          <p:cNvPr id="14" name="tv|zoom|3|badge"/>
          <p:cNvSpPr/>
          <p:nvPr/>
        </p:nvSpPr>
        <p:spPr>
          <a:xfrm>
            <a:off x="548640" y="3200400"/>
            <a:ext cx="512064" cy="51206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5"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1294" y="3313054"/>
            <a:ext cx="286756" cy="286756"/>
          </a:xfrm>
          <a:prstGeom prst="rect">
            <a:avLst/>
          </a:prstGeom>
        </p:spPr>
      </p:pic>
      <p:sp>
        <p:nvSpPr>
          <p:cNvPr id="16" name="tv|rise|3|"/>
          <p:cNvSpPr txBox="1"/>
          <p:nvPr/>
        </p:nvSpPr>
        <p:spPr>
          <a:xfrm>
            <a:off x="1280160" y="3145536"/>
            <a:ext cx="5394960" cy="640080"/>
          </a:xfrm>
          <a:prstGeom prst="rect">
            <a:avLst/>
          </a:prstGeom>
          <a:noFill/>
          <a:ln/>
        </p:spPr>
        <p:txBody>
          <a:bodyPr wrap="square" lIns="0" tIns="0" rIns="0" bIns="0" rtlCol="0" anchor="ctr"/>
          <a:lstStyle/>
          <a:p>
            <a:pPr indent="0" marL="0">
              <a:buNone/>
            </a:pPr>
            <a:r>
              <a:rPr lang="en-US" sz="1500" dirty="0">
                <a:solidFill>
                  <a:srgbClr val="EEFBFF"/>
                </a:solidFill>
              </a:rPr>
              <a:t>Every file encrypted with AES-256-GCM; document numbers are masked on screen</a:t>
            </a:r>
            <a:endParaRPr lang="en-US" sz="1500" dirty="0"/>
          </a:p>
        </p:txBody>
      </p:sp>
      <p:sp>
        <p:nvSpPr>
          <p:cNvPr id="17" name="tv|zoom|4|badge"/>
          <p:cNvSpPr/>
          <p:nvPr/>
        </p:nvSpPr>
        <p:spPr>
          <a:xfrm>
            <a:off x="548640" y="3950208"/>
            <a:ext cx="512064" cy="51206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8"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61294" y="4062862"/>
            <a:ext cx="286756" cy="286756"/>
          </a:xfrm>
          <a:prstGeom prst="rect">
            <a:avLst/>
          </a:prstGeom>
        </p:spPr>
      </p:pic>
      <p:sp>
        <p:nvSpPr>
          <p:cNvPr id="19" name="tv|rise|4|"/>
          <p:cNvSpPr txBox="1"/>
          <p:nvPr/>
        </p:nvSpPr>
        <p:spPr>
          <a:xfrm>
            <a:off x="1280160" y="3895344"/>
            <a:ext cx="5394960" cy="640080"/>
          </a:xfrm>
          <a:prstGeom prst="rect">
            <a:avLst/>
          </a:prstGeom>
          <a:noFill/>
          <a:ln/>
        </p:spPr>
        <p:txBody>
          <a:bodyPr wrap="square" lIns="0" tIns="0" rIns="0" bIns="0" rtlCol="0" anchor="ctr"/>
          <a:lstStyle/>
          <a:p>
            <a:pPr indent="0" marL="0">
              <a:buNone/>
            </a:pPr>
            <a:r>
              <a:rPr lang="en-US" sz="1500" dirty="0">
                <a:solidFill>
                  <a:srgbClr val="EEFBFF"/>
                </a:solidFill>
              </a:rPr>
              <a:t>Automatic checks on upload: format, Aadhaar checksum, OCR and signs of editing</a:t>
            </a:r>
            <a:endParaRPr lang="en-US" sz="1500" dirty="0"/>
          </a:p>
        </p:txBody>
      </p:sp>
      <p:sp>
        <p:nvSpPr>
          <p:cNvPr id="20" name="tv|zoom|5|badge"/>
          <p:cNvSpPr/>
          <p:nvPr/>
        </p:nvSpPr>
        <p:spPr>
          <a:xfrm>
            <a:off x="548640" y="4700016"/>
            <a:ext cx="512064" cy="51206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21" name="tv|zoom|5|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61294" y="4812670"/>
            <a:ext cx="286756" cy="286756"/>
          </a:xfrm>
          <a:prstGeom prst="rect">
            <a:avLst/>
          </a:prstGeom>
        </p:spPr>
      </p:pic>
      <p:sp>
        <p:nvSpPr>
          <p:cNvPr id="22" name="tv|rise|5|"/>
          <p:cNvSpPr txBox="1"/>
          <p:nvPr/>
        </p:nvSpPr>
        <p:spPr>
          <a:xfrm>
            <a:off x="1280160" y="4645152"/>
            <a:ext cx="5394960" cy="640080"/>
          </a:xfrm>
          <a:prstGeom prst="rect">
            <a:avLst/>
          </a:prstGeom>
          <a:noFill/>
          <a:ln/>
        </p:spPr>
        <p:txBody>
          <a:bodyPr wrap="square" lIns="0" tIns="0" rIns="0" bIns="0" rtlCol="0" anchor="ctr"/>
          <a:lstStyle/>
          <a:p>
            <a:pPr indent="0" marL="0">
              <a:buNone/>
            </a:pPr>
            <a:r>
              <a:rPr lang="en-US" sz="1500" dirty="0">
                <a:solidFill>
                  <a:srgbClr val="EEFBFF"/>
                </a:solidFill>
              </a:rPr>
              <a:t>Faculty request documents from a student or a batch; students share all, some or none</a:t>
            </a:r>
            <a:endParaRPr lang="en-US" sz="1500" dirty="0"/>
          </a:p>
        </p:txBody>
      </p:sp>
      <p:sp>
        <p:nvSpPr>
          <p:cNvPr id="23" name="tv|zoom|6|badge"/>
          <p:cNvSpPr/>
          <p:nvPr/>
        </p:nvSpPr>
        <p:spPr>
          <a:xfrm>
            <a:off x="548640" y="5449824"/>
            <a:ext cx="512064" cy="51206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24" name="tv|zoom|6|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661294" y="5562478"/>
            <a:ext cx="286756" cy="286756"/>
          </a:xfrm>
          <a:prstGeom prst="rect">
            <a:avLst/>
          </a:prstGeom>
        </p:spPr>
      </p:pic>
      <p:sp>
        <p:nvSpPr>
          <p:cNvPr id="25" name="tv|rise|6|"/>
          <p:cNvSpPr txBox="1"/>
          <p:nvPr/>
        </p:nvSpPr>
        <p:spPr>
          <a:xfrm>
            <a:off x="1280160" y="5394960"/>
            <a:ext cx="5394960" cy="640080"/>
          </a:xfrm>
          <a:prstGeom prst="rect">
            <a:avLst/>
          </a:prstGeom>
          <a:noFill/>
          <a:ln/>
        </p:spPr>
        <p:txBody>
          <a:bodyPr wrap="square" lIns="0" tIns="0" rIns="0" bIns="0" rtlCol="0" anchor="ctr"/>
          <a:lstStyle/>
          <a:p>
            <a:pPr indent="0" marL="0">
              <a:buNone/>
            </a:pPr>
            <a:r>
              <a:rPr lang="en-US" sz="1500" dirty="0">
                <a:solidFill>
                  <a:srgbClr val="EEFBFF"/>
                </a:solidFill>
              </a:rPr>
              <a:t>Each shared document opens once in 24 hours; every action is sealed in a SHA-256 ledger</a:t>
            </a:r>
            <a:endParaRPr lang="en-US" sz="1500" dirty="0"/>
          </a:p>
        </p:txBody>
      </p:sp>
      <p:pic>
        <p:nvPicPr>
          <p:cNvPr id="26" name="tv|zoom|2|~shot" descr="Animated 3D model of the TrustVault vault, slowly orbiting while documents move between check stations">    </p:cNvPr>
          <p:cNvPicPr>
            <a:picLocks noChangeAspect="1"/>
          </p:cNvPicPr>
          <p:nvPr/>
        </p:nvPicPr>
        <p:blipFill>
          <a:blip r:embed="rId10"/>
          <a:stretch>
            <a:fillRect/>
          </a:stretch>
        </p:blipFill>
        <p:spPr>
          <a:xfrm>
            <a:off x="7086600" y="1645920"/>
            <a:ext cx="4553712" cy="3310128"/>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27" name="tv|fade|4|"/>
          <p:cNvSpPr txBox="1"/>
          <p:nvPr/>
        </p:nvSpPr>
        <p:spPr>
          <a:xfrm>
            <a:off x="7086600" y="5120640"/>
            <a:ext cx="4553712" cy="548640"/>
          </a:xfrm>
          <a:prstGeom prst="rect">
            <a:avLst/>
          </a:prstGeom>
          <a:noFill/>
          <a:ln/>
        </p:spPr>
        <p:txBody>
          <a:bodyPr wrap="square" lIns="0" tIns="0" rIns="0" bIns="0" rtlCol="0" anchor="t"/>
          <a:lstStyle/>
          <a:p>
            <a:pPr indent="0" marL="0">
              <a:buNone/>
            </a:pPr>
            <a:r>
              <a:rPr lang="en-US" sz="1200" b="1" dirty="0">
                <a:solidFill>
                  <a:srgbClr val="EEFBFF"/>
                </a:solidFill>
              </a:rPr>
              <a:t>Main page 3D vault  </a:t>
            </a:r>
            <a:pPr indent="0" marL="0">
              <a:buNone/>
            </a:pPr>
            <a:r>
              <a:rPr lang="en-US" sz="1200" dirty="0">
                <a:solidFill>
                  <a:srgbClr val="9FC4CF"/>
                </a:solidFill>
              </a:rPr>
              <a:t>Built with Three.js: each document rides past every check station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42" presetClass="entr" presetSubtype="0"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Effect transition="in" filter="fade">
                                      <p:cBhvr>
                                        <p:cTn id="20" dur="700"/>
                                        <p:tgtEl>
                                          <p:spTgt spid="10"/>
                                        </p:tgtEl>
                                      </p:cBhvr>
                                    </p:animEffect>
                                    <p:anim calcmode="lin" valueType="num">
                                      <p:cBhvr>
                                        <p:cTn id="21" dur="700" fill="hold"/>
                                        <p:tgtEl>
                                          <p:spTgt spid="10"/>
                                        </p:tgtEl>
                                        <p:attrNameLst>
                                          <p:attrName>ppt_x</p:attrName>
                                        </p:attrNameLst>
                                      </p:cBhvr>
                                      <p:tavLst>
                                        <p:tav tm="0">
                                          <p:val>
                                            <p:strVal val="#ppt_x"/>
                                          </p:val>
                                        </p:tav>
                                        <p:tav tm="100000">
                                          <p:val>
                                            <p:strVal val="#ppt_x"/>
                                          </p:val>
                                        </p:tav>
                                      </p:tavLst>
                                    </p:anim>
                                    <p:anim calcmode="lin" valueType="num">
                                      <p:cBhvr>
                                        <p:cTn id="22" dur="700" fill="hold"/>
                                        <p:tgtEl>
                                          <p:spTgt spid="10"/>
                                        </p:tgtEl>
                                        <p:attrNameLst>
                                          <p:attrName>ppt_y</p:attrName>
                                        </p:attrNameLst>
                                      </p:cBhvr>
                                      <p:tavLst>
                                        <p:tav tm="0">
                                          <p:val>
                                            <p:strVal val="#ppt_y+.06"/>
                                          </p:val>
                                        </p:tav>
                                        <p:tav tm="100000">
                                          <p:val>
                                            <p:strVal val="#ppt_y"/>
                                          </p:val>
                                        </p:tav>
                                      </p:tavLst>
                                    </p:anim>
                                  </p:childTnLst>
                                </p:cTn>
                              </p:par>
                              <p:par>
                                <p:cTn id="24" presetID="53" presetClass="entr" presetSubtype="16" fill="hold" grpId="0" nodeType="withEffect">
                                  <p:stCondLst>
                                    <p:cond delay="470"/>
                                  </p:stCondLst>
                                  <p:childTnLst>
                                    <p:set>
                                      <p:cBhvr>
                                        <p:cTn id="23" dur="1" fill="hold">
                                          <p:stCondLst>
                                            <p:cond delay="0"/>
                                          </p:stCondLst>
                                        </p:cTn>
                                        <p:tgtEl>
                                          <p:spTgt spid="11"/>
                                        </p:tgtEl>
                                        <p:attrNameLst>
                                          <p:attrName>style.visibility</p:attrName>
                                        </p:attrNameLst>
                                      </p:cBhvr>
                                      <p:to>
                                        <p:strVal val="visible"/>
                                      </p:to>
                                    </p:set>
                                    <p:anim calcmode="lin" valueType="num">
                                      <p:cBhvr>
                                        <p:cTn id="25" dur="550" fill="hold"/>
                                        <p:tgtEl>
                                          <p:spTgt spid="11"/>
                                        </p:tgtEl>
                                        <p:attrNameLst>
                                          <p:attrName>ppt_w</p:attrName>
                                        </p:attrNameLst>
                                      </p:cBhvr>
                                      <p:tavLst>
                                        <p:tav tm="0">
                                          <p:val>
                                            <p:strVal val="0"/>
                                          </p:val>
                                        </p:tav>
                                        <p:tav tm="100000">
                                          <p:val>
                                            <p:strVal val="#ppt_w"/>
                                          </p:val>
                                        </p:tav>
                                      </p:tavLst>
                                    </p:anim>
                                    <p:anim calcmode="lin" valueType="num">
                                      <p:cBhvr>
                                        <p:cTn id="26" dur="550" fill="hold"/>
                                        <p:tgtEl>
                                          <p:spTgt spid="11"/>
                                        </p:tgtEl>
                                        <p:attrNameLst>
                                          <p:attrName>ppt_h</p:attrName>
                                        </p:attrNameLst>
                                      </p:cBhvr>
                                      <p:tavLst>
                                        <p:tav tm="0">
                                          <p:val>
                                            <p:strVal val="0"/>
                                          </p:val>
                                        </p:tav>
                                        <p:tav tm="100000">
                                          <p:val>
                                            <p:strVal val="#ppt_h"/>
                                          </p:val>
                                        </p:tav>
                                      </p:tavLst>
                                    </p:anim>
                                    <p:animEffect transition="in" filter="fade">
                                      <p:cBhvr>
                                        <p:cTn id="27" dur="550"/>
                                        <p:tgtEl>
                                          <p:spTgt spid="11"/>
                                        </p:tgtEl>
                                      </p:cBhvr>
                                    </p:animEffect>
                                  </p:childTnLst>
                                </p:cTn>
                              </p:par>
                              <p:par>
                                <p:cTn id="29" presetID="53" presetClass="entr" presetSubtype="16" fill="hold" grpId="0" nodeType="withEffect">
                                  <p:stCondLst>
                                    <p:cond delay="470"/>
                                  </p:stCondLst>
                                  <p:childTnLst>
                                    <p:set>
                                      <p:cBhvr>
                                        <p:cTn id="28" dur="1" fill="hold">
                                          <p:stCondLst>
                                            <p:cond delay="0"/>
                                          </p:stCondLst>
                                        </p:cTn>
                                        <p:tgtEl>
                                          <p:spTgt spid="12"/>
                                        </p:tgtEl>
                                        <p:attrNameLst>
                                          <p:attrName>style.visibility</p:attrName>
                                        </p:attrNameLst>
                                      </p:cBhvr>
                                      <p:to>
                                        <p:strVal val="visible"/>
                                      </p:to>
                                    </p:set>
                                    <p:anim calcmode="lin" valueType="num">
                                      <p:cBhvr>
                                        <p:cTn id="30" dur="550" fill="hold"/>
                                        <p:tgtEl>
                                          <p:spTgt spid="12"/>
                                        </p:tgtEl>
                                        <p:attrNameLst>
                                          <p:attrName>ppt_w</p:attrName>
                                        </p:attrNameLst>
                                      </p:cBhvr>
                                      <p:tavLst>
                                        <p:tav tm="0">
                                          <p:val>
                                            <p:strVal val="0"/>
                                          </p:val>
                                        </p:tav>
                                        <p:tav tm="100000">
                                          <p:val>
                                            <p:strVal val="#ppt_w"/>
                                          </p:val>
                                        </p:tav>
                                      </p:tavLst>
                                    </p:anim>
                                    <p:anim calcmode="lin" valueType="num">
                                      <p:cBhvr>
                                        <p:cTn id="31" dur="550" fill="hold"/>
                                        <p:tgtEl>
                                          <p:spTgt spid="12"/>
                                        </p:tgtEl>
                                        <p:attrNameLst>
                                          <p:attrName>ppt_h</p:attrName>
                                        </p:attrNameLst>
                                      </p:cBhvr>
                                      <p:tavLst>
                                        <p:tav tm="0">
                                          <p:val>
                                            <p:strVal val="0"/>
                                          </p:val>
                                        </p:tav>
                                        <p:tav tm="100000">
                                          <p:val>
                                            <p:strVal val="#ppt_h"/>
                                          </p:val>
                                        </p:tav>
                                      </p:tavLst>
                                    </p:anim>
                                    <p:animEffect transition="in" filter="fade">
                                      <p:cBhvr>
                                        <p:cTn id="32" dur="550"/>
                                        <p:tgtEl>
                                          <p:spTgt spid="12"/>
                                        </p:tgtEl>
                                      </p:cBhvr>
                                    </p:animEffect>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26"/>
                                        </p:tgtEl>
                                        <p:attrNameLst>
                                          <p:attrName>style.visibility</p:attrName>
                                        </p:attrNameLst>
                                      </p:cBhvr>
                                      <p:to>
                                        <p:strVal val="visible"/>
                                      </p:to>
                                    </p:set>
                                    <p:anim calcmode="lin" valueType="num">
                                      <p:cBhvr>
                                        <p:cTn id="40" dur="550" fill="hold"/>
                                        <p:tgtEl>
                                          <p:spTgt spid="26"/>
                                        </p:tgtEl>
                                        <p:attrNameLst>
                                          <p:attrName>ppt_w</p:attrName>
                                        </p:attrNameLst>
                                      </p:cBhvr>
                                      <p:tavLst>
                                        <p:tav tm="0">
                                          <p:val>
                                            <p:strVal val="0"/>
                                          </p:val>
                                        </p:tav>
                                        <p:tav tm="100000">
                                          <p:val>
                                            <p:strVal val="#ppt_w"/>
                                          </p:val>
                                        </p:tav>
                                      </p:tavLst>
                                    </p:anim>
                                    <p:anim calcmode="lin" valueType="num">
                                      <p:cBhvr>
                                        <p:cTn id="41" dur="550" fill="hold"/>
                                        <p:tgtEl>
                                          <p:spTgt spid="26"/>
                                        </p:tgtEl>
                                        <p:attrNameLst>
                                          <p:attrName>ppt_h</p:attrName>
                                        </p:attrNameLst>
                                      </p:cBhvr>
                                      <p:tavLst>
                                        <p:tav tm="0">
                                          <p:val>
                                            <p:strVal val="0"/>
                                          </p:val>
                                        </p:tav>
                                        <p:tav tm="100000">
                                          <p:val>
                                            <p:strVal val="#ppt_h"/>
                                          </p:val>
                                        </p:tav>
                                      </p:tavLst>
                                    </p:anim>
                                    <p:animEffect transition="in" filter="fade">
                                      <p:cBhvr>
                                        <p:cTn id="42" dur="550"/>
                                        <p:tgtEl>
                                          <p:spTgt spid="26"/>
                                        </p:tgtEl>
                                      </p:cBhvr>
                                    </p:animEffect>
                                  </p:childTnLst>
                                </p:cTn>
                              </p:par>
                              <p:par>
                                <p:cTn id="44" presetID="53" presetClass="entr" presetSubtype="16" fill="hold" grpId="0" nodeType="withEffect">
                                  <p:stCondLst>
                                    <p:cond delay="630"/>
                                  </p:stCondLst>
                                  <p:childTnLst>
                                    <p:set>
                                      <p:cBhvr>
                                        <p:cTn id="43" dur="1" fill="hold">
                                          <p:stCondLst>
                                            <p:cond delay="0"/>
                                          </p:stCondLst>
                                        </p:cTn>
                                        <p:tgtEl>
                                          <p:spTgt spid="14"/>
                                        </p:tgtEl>
                                        <p:attrNameLst>
                                          <p:attrName>style.visibility</p:attrName>
                                        </p:attrNameLst>
                                      </p:cBhvr>
                                      <p:to>
                                        <p:strVal val="visible"/>
                                      </p:to>
                                    </p:set>
                                    <p:anim calcmode="lin" valueType="num">
                                      <p:cBhvr>
                                        <p:cTn id="45" dur="550" fill="hold"/>
                                        <p:tgtEl>
                                          <p:spTgt spid="14"/>
                                        </p:tgtEl>
                                        <p:attrNameLst>
                                          <p:attrName>ppt_w</p:attrName>
                                        </p:attrNameLst>
                                      </p:cBhvr>
                                      <p:tavLst>
                                        <p:tav tm="0">
                                          <p:val>
                                            <p:strVal val="0"/>
                                          </p:val>
                                        </p:tav>
                                        <p:tav tm="100000">
                                          <p:val>
                                            <p:strVal val="#ppt_w"/>
                                          </p:val>
                                        </p:tav>
                                      </p:tavLst>
                                    </p:anim>
                                    <p:anim calcmode="lin" valueType="num">
                                      <p:cBhvr>
                                        <p:cTn id="46" dur="550" fill="hold"/>
                                        <p:tgtEl>
                                          <p:spTgt spid="14"/>
                                        </p:tgtEl>
                                        <p:attrNameLst>
                                          <p:attrName>ppt_h</p:attrName>
                                        </p:attrNameLst>
                                      </p:cBhvr>
                                      <p:tavLst>
                                        <p:tav tm="0">
                                          <p:val>
                                            <p:strVal val="0"/>
                                          </p:val>
                                        </p:tav>
                                        <p:tav tm="100000">
                                          <p:val>
                                            <p:strVal val="#ppt_h"/>
                                          </p:val>
                                        </p:tav>
                                      </p:tavLst>
                                    </p:anim>
                                    <p:animEffect transition="in" filter="fade">
                                      <p:cBhvr>
                                        <p:cTn id="47" dur="550"/>
                                        <p:tgtEl>
                                          <p:spTgt spid="14"/>
                                        </p:tgtEl>
                                      </p:cBhvr>
                                    </p:animEffect>
                                  </p:childTnLst>
                                </p:cTn>
                              </p:par>
                              <p:par>
                                <p:cTn id="49" presetID="53" presetClass="entr" presetSubtype="16" fill="hold" grpId="0" nodeType="withEffect">
                                  <p:stCondLst>
                                    <p:cond delay="630"/>
                                  </p:stCondLst>
                                  <p:childTnLst>
                                    <p:set>
                                      <p:cBhvr>
                                        <p:cTn id="48" dur="1" fill="hold">
                                          <p:stCondLst>
                                            <p:cond delay="0"/>
                                          </p:stCondLst>
                                        </p:cTn>
                                        <p:tgtEl>
                                          <p:spTgt spid="15"/>
                                        </p:tgtEl>
                                        <p:attrNameLst>
                                          <p:attrName>style.visibility</p:attrName>
                                        </p:attrNameLst>
                                      </p:cBhvr>
                                      <p:to>
                                        <p:strVal val="visible"/>
                                      </p:to>
                                    </p:set>
                                    <p:anim calcmode="lin" valueType="num">
                                      <p:cBhvr>
                                        <p:cTn id="50" dur="550" fill="hold"/>
                                        <p:tgtEl>
                                          <p:spTgt spid="15"/>
                                        </p:tgtEl>
                                        <p:attrNameLst>
                                          <p:attrName>ppt_w</p:attrName>
                                        </p:attrNameLst>
                                      </p:cBhvr>
                                      <p:tavLst>
                                        <p:tav tm="0">
                                          <p:val>
                                            <p:strVal val="0"/>
                                          </p:val>
                                        </p:tav>
                                        <p:tav tm="100000">
                                          <p:val>
                                            <p:strVal val="#ppt_w"/>
                                          </p:val>
                                        </p:tav>
                                      </p:tavLst>
                                    </p:anim>
                                    <p:anim calcmode="lin" valueType="num">
                                      <p:cBhvr>
                                        <p:cTn id="51" dur="550" fill="hold"/>
                                        <p:tgtEl>
                                          <p:spTgt spid="15"/>
                                        </p:tgtEl>
                                        <p:attrNameLst>
                                          <p:attrName>ppt_h</p:attrName>
                                        </p:attrNameLst>
                                      </p:cBhvr>
                                      <p:tavLst>
                                        <p:tav tm="0">
                                          <p:val>
                                            <p:strVal val="0"/>
                                          </p:val>
                                        </p:tav>
                                        <p:tav tm="100000">
                                          <p:val>
                                            <p:strVal val="#ppt_h"/>
                                          </p:val>
                                        </p:tav>
                                      </p:tavLst>
                                    </p:anim>
                                    <p:animEffect transition="in" filter="fade">
                                      <p:cBhvr>
                                        <p:cTn id="52" dur="550"/>
                                        <p:tgtEl>
                                          <p:spTgt spid="15"/>
                                        </p:tgtEl>
                                      </p:cBhvr>
                                    </p:animEffect>
                                  </p:childTnLst>
                                </p:cTn>
                              </p:par>
                              <p:par>
                                <p:cTn id="54" presetID="42" presetClass="entr" presetSubtype="0" fill="hold" grpId="0" nodeType="withEffect">
                                  <p:stCondLst>
                                    <p:cond delay="630"/>
                                  </p:stCondLst>
                                  <p:childTnLst>
                                    <p:set>
                                      <p:cBhvr>
                                        <p:cTn id="53" dur="1" fill="hold">
                                          <p:stCondLst>
                                            <p:cond delay="0"/>
                                          </p:stCondLst>
                                        </p:cTn>
                                        <p:tgtEl>
                                          <p:spTgt spid="16"/>
                                        </p:tgtEl>
                                        <p:attrNameLst>
                                          <p:attrName>style.visibility</p:attrName>
                                        </p:attrNameLst>
                                      </p:cBhvr>
                                      <p:to>
                                        <p:strVal val="visible"/>
                                      </p:to>
                                    </p:set>
                                    <p:animEffect transition="in" filter="fade">
                                      <p:cBhvr>
                                        <p:cTn id="55" dur="700"/>
                                        <p:tgtEl>
                                          <p:spTgt spid="16"/>
                                        </p:tgtEl>
                                      </p:cBhvr>
                                    </p:animEffect>
                                    <p:anim calcmode="lin" valueType="num">
                                      <p:cBhvr>
                                        <p:cTn id="56" dur="700" fill="hold"/>
                                        <p:tgtEl>
                                          <p:spTgt spid="16"/>
                                        </p:tgtEl>
                                        <p:attrNameLst>
                                          <p:attrName>ppt_x</p:attrName>
                                        </p:attrNameLst>
                                      </p:cBhvr>
                                      <p:tavLst>
                                        <p:tav tm="0">
                                          <p:val>
                                            <p:strVal val="#ppt_x"/>
                                          </p:val>
                                        </p:tav>
                                        <p:tav tm="100000">
                                          <p:val>
                                            <p:strVal val="#ppt_x"/>
                                          </p:val>
                                        </p:tav>
                                      </p:tavLst>
                                    </p:anim>
                                    <p:anim calcmode="lin" valueType="num">
                                      <p:cBhvr>
                                        <p:cTn id="57" dur="700" fill="hold"/>
                                        <p:tgtEl>
                                          <p:spTgt spid="16"/>
                                        </p:tgtEl>
                                        <p:attrNameLst>
                                          <p:attrName>ppt_y</p:attrName>
                                        </p:attrNameLst>
                                      </p:cBhvr>
                                      <p:tavLst>
                                        <p:tav tm="0">
                                          <p:val>
                                            <p:strVal val="#ppt_y+.06"/>
                                          </p:val>
                                        </p:tav>
                                        <p:tav tm="100000">
                                          <p:val>
                                            <p:strVal val="#ppt_y"/>
                                          </p:val>
                                        </p:tav>
                                      </p:tavLst>
                                    </p:anim>
                                  </p:childTnLst>
                                </p:cTn>
                              </p:par>
                              <p:par>
                                <p:cTn id="59" presetID="53" presetClass="entr" presetSubtype="16" fill="hold" grpId="0" nodeType="withEffect">
                                  <p:stCondLst>
                                    <p:cond delay="790"/>
                                  </p:stCondLst>
                                  <p:childTnLst>
                                    <p:set>
                                      <p:cBhvr>
                                        <p:cTn id="58" dur="1" fill="hold">
                                          <p:stCondLst>
                                            <p:cond delay="0"/>
                                          </p:stCondLst>
                                        </p:cTn>
                                        <p:tgtEl>
                                          <p:spTgt spid="17"/>
                                        </p:tgtEl>
                                        <p:attrNameLst>
                                          <p:attrName>style.visibility</p:attrName>
                                        </p:attrNameLst>
                                      </p:cBhvr>
                                      <p:to>
                                        <p:strVal val="visible"/>
                                      </p:to>
                                    </p:set>
                                    <p:anim calcmode="lin" valueType="num">
                                      <p:cBhvr>
                                        <p:cTn id="60" dur="550" fill="hold"/>
                                        <p:tgtEl>
                                          <p:spTgt spid="17"/>
                                        </p:tgtEl>
                                        <p:attrNameLst>
                                          <p:attrName>ppt_w</p:attrName>
                                        </p:attrNameLst>
                                      </p:cBhvr>
                                      <p:tavLst>
                                        <p:tav tm="0">
                                          <p:val>
                                            <p:strVal val="0"/>
                                          </p:val>
                                        </p:tav>
                                        <p:tav tm="100000">
                                          <p:val>
                                            <p:strVal val="#ppt_w"/>
                                          </p:val>
                                        </p:tav>
                                      </p:tavLst>
                                    </p:anim>
                                    <p:anim calcmode="lin" valueType="num">
                                      <p:cBhvr>
                                        <p:cTn id="61" dur="550" fill="hold"/>
                                        <p:tgtEl>
                                          <p:spTgt spid="17"/>
                                        </p:tgtEl>
                                        <p:attrNameLst>
                                          <p:attrName>ppt_h</p:attrName>
                                        </p:attrNameLst>
                                      </p:cBhvr>
                                      <p:tavLst>
                                        <p:tav tm="0">
                                          <p:val>
                                            <p:strVal val="0"/>
                                          </p:val>
                                        </p:tav>
                                        <p:tav tm="100000">
                                          <p:val>
                                            <p:strVal val="#ppt_h"/>
                                          </p:val>
                                        </p:tav>
                                      </p:tavLst>
                                    </p:anim>
                                    <p:animEffect transition="in" filter="fade">
                                      <p:cBhvr>
                                        <p:cTn id="62" dur="550"/>
                                        <p:tgtEl>
                                          <p:spTgt spid="17"/>
                                        </p:tgtEl>
                                      </p:cBhvr>
                                    </p:animEffect>
                                  </p:childTnLst>
                                </p:cTn>
                              </p:par>
                              <p:par>
                                <p:cTn id="64" presetID="53" presetClass="entr" presetSubtype="16" fill="hold" grpId="0" nodeType="withEffect">
                                  <p:stCondLst>
                                    <p:cond delay="790"/>
                                  </p:stCondLst>
                                  <p:childTnLst>
                                    <p:set>
                                      <p:cBhvr>
                                        <p:cTn id="63" dur="1" fill="hold">
                                          <p:stCondLst>
                                            <p:cond delay="0"/>
                                          </p:stCondLst>
                                        </p:cTn>
                                        <p:tgtEl>
                                          <p:spTgt spid="18"/>
                                        </p:tgtEl>
                                        <p:attrNameLst>
                                          <p:attrName>style.visibility</p:attrName>
                                        </p:attrNameLst>
                                      </p:cBhvr>
                                      <p:to>
                                        <p:strVal val="visible"/>
                                      </p:to>
                                    </p:set>
                                    <p:anim calcmode="lin" valueType="num">
                                      <p:cBhvr>
                                        <p:cTn id="65" dur="550" fill="hold"/>
                                        <p:tgtEl>
                                          <p:spTgt spid="18"/>
                                        </p:tgtEl>
                                        <p:attrNameLst>
                                          <p:attrName>ppt_w</p:attrName>
                                        </p:attrNameLst>
                                      </p:cBhvr>
                                      <p:tavLst>
                                        <p:tav tm="0">
                                          <p:val>
                                            <p:strVal val="0"/>
                                          </p:val>
                                        </p:tav>
                                        <p:tav tm="100000">
                                          <p:val>
                                            <p:strVal val="#ppt_w"/>
                                          </p:val>
                                        </p:tav>
                                      </p:tavLst>
                                    </p:anim>
                                    <p:anim calcmode="lin" valueType="num">
                                      <p:cBhvr>
                                        <p:cTn id="66" dur="550" fill="hold"/>
                                        <p:tgtEl>
                                          <p:spTgt spid="18"/>
                                        </p:tgtEl>
                                        <p:attrNameLst>
                                          <p:attrName>ppt_h</p:attrName>
                                        </p:attrNameLst>
                                      </p:cBhvr>
                                      <p:tavLst>
                                        <p:tav tm="0">
                                          <p:val>
                                            <p:strVal val="0"/>
                                          </p:val>
                                        </p:tav>
                                        <p:tav tm="100000">
                                          <p:val>
                                            <p:strVal val="#ppt_h"/>
                                          </p:val>
                                        </p:tav>
                                      </p:tavLst>
                                    </p:anim>
                                    <p:animEffect transition="in" filter="fade">
                                      <p:cBhvr>
                                        <p:cTn id="67" dur="550"/>
                                        <p:tgtEl>
                                          <p:spTgt spid="18"/>
                                        </p:tgtEl>
                                      </p:cBhvr>
                                    </p:animEffect>
                                  </p:childTnLst>
                                </p:cTn>
                              </p:par>
                              <p:par>
                                <p:cTn id="69" presetID="42" presetClass="entr" presetSubtype="0" fill="hold" grpId="0" nodeType="withEffect">
                                  <p:stCondLst>
                                    <p:cond delay="790"/>
                                  </p:stCondLst>
                                  <p:childTnLst>
                                    <p:set>
                                      <p:cBhvr>
                                        <p:cTn id="68" dur="1" fill="hold">
                                          <p:stCondLst>
                                            <p:cond delay="0"/>
                                          </p:stCondLst>
                                        </p:cTn>
                                        <p:tgtEl>
                                          <p:spTgt spid="19"/>
                                        </p:tgtEl>
                                        <p:attrNameLst>
                                          <p:attrName>style.visibility</p:attrName>
                                        </p:attrNameLst>
                                      </p:cBhvr>
                                      <p:to>
                                        <p:strVal val="visible"/>
                                      </p:to>
                                    </p:set>
                                    <p:animEffect transition="in" filter="fade">
                                      <p:cBhvr>
                                        <p:cTn id="70" dur="700"/>
                                        <p:tgtEl>
                                          <p:spTgt spid="19"/>
                                        </p:tgtEl>
                                      </p:cBhvr>
                                    </p:animEffect>
                                    <p:anim calcmode="lin" valueType="num">
                                      <p:cBhvr>
                                        <p:cTn id="71" dur="700" fill="hold"/>
                                        <p:tgtEl>
                                          <p:spTgt spid="19"/>
                                        </p:tgtEl>
                                        <p:attrNameLst>
                                          <p:attrName>ppt_x</p:attrName>
                                        </p:attrNameLst>
                                      </p:cBhvr>
                                      <p:tavLst>
                                        <p:tav tm="0">
                                          <p:val>
                                            <p:strVal val="#ppt_x"/>
                                          </p:val>
                                        </p:tav>
                                        <p:tav tm="100000">
                                          <p:val>
                                            <p:strVal val="#ppt_x"/>
                                          </p:val>
                                        </p:tav>
                                      </p:tavLst>
                                    </p:anim>
                                    <p:anim calcmode="lin" valueType="num">
                                      <p:cBhvr>
                                        <p:cTn id="72" dur="700" fill="hold"/>
                                        <p:tgtEl>
                                          <p:spTgt spid="19"/>
                                        </p:tgtEl>
                                        <p:attrNameLst>
                                          <p:attrName>ppt_y</p:attrName>
                                        </p:attrNameLst>
                                      </p:cBhvr>
                                      <p:tavLst>
                                        <p:tav tm="0">
                                          <p:val>
                                            <p:strVal val="#ppt_y+.06"/>
                                          </p:val>
                                        </p:tav>
                                        <p:tav tm="100000">
                                          <p:val>
                                            <p:strVal val="#ppt_y"/>
                                          </p:val>
                                        </p:tav>
                                      </p:tavLst>
                                    </p:anim>
                                  </p:childTnLst>
                                </p:cTn>
                              </p:par>
                              <p:par>
                                <p:cTn id="74" presetID="10" presetClass="entr" presetSubtype="0" fill="hold" grpId="0" nodeType="withEffect">
                                  <p:stCondLst>
                                    <p:cond delay="790"/>
                                  </p:stCondLst>
                                  <p:childTnLst>
                                    <p:set>
                                      <p:cBhvr>
                                        <p:cTn id="73" dur="1" fill="hold">
                                          <p:stCondLst>
                                            <p:cond delay="0"/>
                                          </p:stCondLst>
                                        </p:cTn>
                                        <p:tgtEl>
                                          <p:spTgt spid="27"/>
                                        </p:tgtEl>
                                        <p:attrNameLst>
                                          <p:attrName>style.visibility</p:attrName>
                                        </p:attrNameLst>
                                      </p:cBhvr>
                                      <p:to>
                                        <p:strVal val="visible"/>
                                      </p:to>
                                    </p:set>
                                    <p:animEffect transition="in" filter="fade">
                                      <p:cBhvr>
                                        <p:cTn id="75" dur="600"/>
                                        <p:tgtEl>
                                          <p:spTgt spid="27"/>
                                        </p:tgtEl>
                                      </p:cBhvr>
                                    </p:animEffect>
                                  </p:childTnLst>
                                </p:cTn>
                              </p:par>
                              <p:par>
                                <p:cTn id="77" presetID="53" presetClass="entr" presetSubtype="16" fill="hold" grpId="0" nodeType="withEffect">
                                  <p:stCondLst>
                                    <p:cond delay="950"/>
                                  </p:stCondLst>
                                  <p:childTnLst>
                                    <p:set>
                                      <p:cBhvr>
                                        <p:cTn id="76" dur="1" fill="hold">
                                          <p:stCondLst>
                                            <p:cond delay="0"/>
                                          </p:stCondLst>
                                        </p:cTn>
                                        <p:tgtEl>
                                          <p:spTgt spid="20"/>
                                        </p:tgtEl>
                                        <p:attrNameLst>
                                          <p:attrName>style.visibility</p:attrName>
                                        </p:attrNameLst>
                                      </p:cBhvr>
                                      <p:to>
                                        <p:strVal val="visible"/>
                                      </p:to>
                                    </p:set>
                                    <p:anim calcmode="lin" valueType="num">
                                      <p:cBhvr>
                                        <p:cTn id="78" dur="550" fill="hold"/>
                                        <p:tgtEl>
                                          <p:spTgt spid="20"/>
                                        </p:tgtEl>
                                        <p:attrNameLst>
                                          <p:attrName>ppt_w</p:attrName>
                                        </p:attrNameLst>
                                      </p:cBhvr>
                                      <p:tavLst>
                                        <p:tav tm="0">
                                          <p:val>
                                            <p:strVal val="0"/>
                                          </p:val>
                                        </p:tav>
                                        <p:tav tm="100000">
                                          <p:val>
                                            <p:strVal val="#ppt_w"/>
                                          </p:val>
                                        </p:tav>
                                      </p:tavLst>
                                    </p:anim>
                                    <p:anim calcmode="lin" valueType="num">
                                      <p:cBhvr>
                                        <p:cTn id="79" dur="550" fill="hold"/>
                                        <p:tgtEl>
                                          <p:spTgt spid="20"/>
                                        </p:tgtEl>
                                        <p:attrNameLst>
                                          <p:attrName>ppt_h</p:attrName>
                                        </p:attrNameLst>
                                      </p:cBhvr>
                                      <p:tavLst>
                                        <p:tav tm="0">
                                          <p:val>
                                            <p:strVal val="0"/>
                                          </p:val>
                                        </p:tav>
                                        <p:tav tm="100000">
                                          <p:val>
                                            <p:strVal val="#ppt_h"/>
                                          </p:val>
                                        </p:tav>
                                      </p:tavLst>
                                    </p:anim>
                                    <p:animEffect transition="in" filter="fade">
                                      <p:cBhvr>
                                        <p:cTn id="80" dur="550"/>
                                        <p:tgtEl>
                                          <p:spTgt spid="20"/>
                                        </p:tgtEl>
                                      </p:cBhvr>
                                    </p:animEffect>
                                  </p:childTnLst>
                                </p:cTn>
                              </p:par>
                              <p:par>
                                <p:cTn id="82" presetID="53" presetClass="entr" presetSubtype="16" fill="hold" grpId="0" nodeType="withEffect">
                                  <p:stCondLst>
                                    <p:cond delay="950"/>
                                  </p:stCondLst>
                                  <p:childTnLst>
                                    <p:set>
                                      <p:cBhvr>
                                        <p:cTn id="81" dur="1" fill="hold">
                                          <p:stCondLst>
                                            <p:cond delay="0"/>
                                          </p:stCondLst>
                                        </p:cTn>
                                        <p:tgtEl>
                                          <p:spTgt spid="21"/>
                                        </p:tgtEl>
                                        <p:attrNameLst>
                                          <p:attrName>style.visibility</p:attrName>
                                        </p:attrNameLst>
                                      </p:cBhvr>
                                      <p:to>
                                        <p:strVal val="visible"/>
                                      </p:to>
                                    </p:set>
                                    <p:anim calcmode="lin" valueType="num">
                                      <p:cBhvr>
                                        <p:cTn id="83" dur="550" fill="hold"/>
                                        <p:tgtEl>
                                          <p:spTgt spid="21"/>
                                        </p:tgtEl>
                                        <p:attrNameLst>
                                          <p:attrName>ppt_w</p:attrName>
                                        </p:attrNameLst>
                                      </p:cBhvr>
                                      <p:tavLst>
                                        <p:tav tm="0">
                                          <p:val>
                                            <p:strVal val="0"/>
                                          </p:val>
                                        </p:tav>
                                        <p:tav tm="100000">
                                          <p:val>
                                            <p:strVal val="#ppt_w"/>
                                          </p:val>
                                        </p:tav>
                                      </p:tavLst>
                                    </p:anim>
                                    <p:anim calcmode="lin" valueType="num">
                                      <p:cBhvr>
                                        <p:cTn id="84" dur="550" fill="hold"/>
                                        <p:tgtEl>
                                          <p:spTgt spid="21"/>
                                        </p:tgtEl>
                                        <p:attrNameLst>
                                          <p:attrName>ppt_h</p:attrName>
                                        </p:attrNameLst>
                                      </p:cBhvr>
                                      <p:tavLst>
                                        <p:tav tm="0">
                                          <p:val>
                                            <p:strVal val="0"/>
                                          </p:val>
                                        </p:tav>
                                        <p:tav tm="100000">
                                          <p:val>
                                            <p:strVal val="#ppt_h"/>
                                          </p:val>
                                        </p:tav>
                                      </p:tavLst>
                                    </p:anim>
                                    <p:animEffect transition="in" filter="fade">
                                      <p:cBhvr>
                                        <p:cTn id="85" dur="550"/>
                                        <p:tgtEl>
                                          <p:spTgt spid="21"/>
                                        </p:tgtEl>
                                      </p:cBhvr>
                                    </p:animEffect>
                                  </p:childTnLst>
                                </p:cTn>
                              </p:par>
                              <p:par>
                                <p:cTn id="87" presetID="42" presetClass="entr" presetSubtype="0" fill="hold" grpId="0" nodeType="withEffect">
                                  <p:stCondLst>
                                    <p:cond delay="950"/>
                                  </p:stCondLst>
                                  <p:childTnLst>
                                    <p:set>
                                      <p:cBhvr>
                                        <p:cTn id="86" dur="1" fill="hold">
                                          <p:stCondLst>
                                            <p:cond delay="0"/>
                                          </p:stCondLst>
                                        </p:cTn>
                                        <p:tgtEl>
                                          <p:spTgt spid="22"/>
                                        </p:tgtEl>
                                        <p:attrNameLst>
                                          <p:attrName>style.visibility</p:attrName>
                                        </p:attrNameLst>
                                      </p:cBhvr>
                                      <p:to>
                                        <p:strVal val="visible"/>
                                      </p:to>
                                    </p:set>
                                    <p:animEffect transition="in" filter="fade">
                                      <p:cBhvr>
                                        <p:cTn id="88" dur="700"/>
                                        <p:tgtEl>
                                          <p:spTgt spid="22"/>
                                        </p:tgtEl>
                                      </p:cBhvr>
                                    </p:animEffect>
                                    <p:anim calcmode="lin" valueType="num">
                                      <p:cBhvr>
                                        <p:cTn id="89" dur="700" fill="hold"/>
                                        <p:tgtEl>
                                          <p:spTgt spid="22"/>
                                        </p:tgtEl>
                                        <p:attrNameLst>
                                          <p:attrName>ppt_x</p:attrName>
                                        </p:attrNameLst>
                                      </p:cBhvr>
                                      <p:tavLst>
                                        <p:tav tm="0">
                                          <p:val>
                                            <p:strVal val="#ppt_x"/>
                                          </p:val>
                                        </p:tav>
                                        <p:tav tm="100000">
                                          <p:val>
                                            <p:strVal val="#ppt_x"/>
                                          </p:val>
                                        </p:tav>
                                      </p:tavLst>
                                    </p:anim>
                                    <p:anim calcmode="lin" valueType="num">
                                      <p:cBhvr>
                                        <p:cTn id="90" dur="700" fill="hold"/>
                                        <p:tgtEl>
                                          <p:spTgt spid="22"/>
                                        </p:tgtEl>
                                        <p:attrNameLst>
                                          <p:attrName>ppt_y</p:attrName>
                                        </p:attrNameLst>
                                      </p:cBhvr>
                                      <p:tavLst>
                                        <p:tav tm="0">
                                          <p:val>
                                            <p:strVal val="#ppt_y+.06"/>
                                          </p:val>
                                        </p:tav>
                                        <p:tav tm="100000">
                                          <p:val>
                                            <p:strVal val="#ppt_y"/>
                                          </p:val>
                                        </p:tav>
                                      </p:tavLst>
                                    </p:anim>
                                  </p:childTnLst>
                                </p:cTn>
                              </p:par>
                              <p:par>
                                <p:cTn id="92" presetID="53" presetClass="entr" presetSubtype="16" fill="hold" grpId="0" nodeType="withEffect">
                                  <p:stCondLst>
                                    <p:cond delay="1110"/>
                                  </p:stCondLst>
                                  <p:childTnLst>
                                    <p:set>
                                      <p:cBhvr>
                                        <p:cTn id="91" dur="1" fill="hold">
                                          <p:stCondLst>
                                            <p:cond delay="0"/>
                                          </p:stCondLst>
                                        </p:cTn>
                                        <p:tgtEl>
                                          <p:spTgt spid="23"/>
                                        </p:tgtEl>
                                        <p:attrNameLst>
                                          <p:attrName>style.visibility</p:attrName>
                                        </p:attrNameLst>
                                      </p:cBhvr>
                                      <p:to>
                                        <p:strVal val="visible"/>
                                      </p:to>
                                    </p:set>
                                    <p:anim calcmode="lin" valueType="num">
                                      <p:cBhvr>
                                        <p:cTn id="93" dur="550" fill="hold"/>
                                        <p:tgtEl>
                                          <p:spTgt spid="23"/>
                                        </p:tgtEl>
                                        <p:attrNameLst>
                                          <p:attrName>ppt_w</p:attrName>
                                        </p:attrNameLst>
                                      </p:cBhvr>
                                      <p:tavLst>
                                        <p:tav tm="0">
                                          <p:val>
                                            <p:strVal val="0"/>
                                          </p:val>
                                        </p:tav>
                                        <p:tav tm="100000">
                                          <p:val>
                                            <p:strVal val="#ppt_w"/>
                                          </p:val>
                                        </p:tav>
                                      </p:tavLst>
                                    </p:anim>
                                    <p:anim calcmode="lin" valueType="num">
                                      <p:cBhvr>
                                        <p:cTn id="94" dur="550" fill="hold"/>
                                        <p:tgtEl>
                                          <p:spTgt spid="23"/>
                                        </p:tgtEl>
                                        <p:attrNameLst>
                                          <p:attrName>ppt_h</p:attrName>
                                        </p:attrNameLst>
                                      </p:cBhvr>
                                      <p:tavLst>
                                        <p:tav tm="0">
                                          <p:val>
                                            <p:strVal val="0"/>
                                          </p:val>
                                        </p:tav>
                                        <p:tav tm="100000">
                                          <p:val>
                                            <p:strVal val="#ppt_h"/>
                                          </p:val>
                                        </p:tav>
                                      </p:tavLst>
                                    </p:anim>
                                    <p:animEffect transition="in" filter="fade">
                                      <p:cBhvr>
                                        <p:cTn id="95" dur="550"/>
                                        <p:tgtEl>
                                          <p:spTgt spid="23"/>
                                        </p:tgtEl>
                                      </p:cBhvr>
                                    </p:animEffect>
                                  </p:childTnLst>
                                </p:cTn>
                              </p:par>
                              <p:par>
                                <p:cTn id="97" presetID="53" presetClass="entr" presetSubtype="16" fill="hold" grpId="0" nodeType="withEffect">
                                  <p:stCondLst>
                                    <p:cond delay="1110"/>
                                  </p:stCondLst>
                                  <p:childTnLst>
                                    <p:set>
                                      <p:cBhvr>
                                        <p:cTn id="96" dur="1" fill="hold">
                                          <p:stCondLst>
                                            <p:cond delay="0"/>
                                          </p:stCondLst>
                                        </p:cTn>
                                        <p:tgtEl>
                                          <p:spTgt spid="24"/>
                                        </p:tgtEl>
                                        <p:attrNameLst>
                                          <p:attrName>style.visibility</p:attrName>
                                        </p:attrNameLst>
                                      </p:cBhvr>
                                      <p:to>
                                        <p:strVal val="visible"/>
                                      </p:to>
                                    </p:set>
                                    <p:anim calcmode="lin" valueType="num">
                                      <p:cBhvr>
                                        <p:cTn id="98" dur="550" fill="hold"/>
                                        <p:tgtEl>
                                          <p:spTgt spid="24"/>
                                        </p:tgtEl>
                                        <p:attrNameLst>
                                          <p:attrName>ppt_w</p:attrName>
                                        </p:attrNameLst>
                                      </p:cBhvr>
                                      <p:tavLst>
                                        <p:tav tm="0">
                                          <p:val>
                                            <p:strVal val="0"/>
                                          </p:val>
                                        </p:tav>
                                        <p:tav tm="100000">
                                          <p:val>
                                            <p:strVal val="#ppt_w"/>
                                          </p:val>
                                        </p:tav>
                                      </p:tavLst>
                                    </p:anim>
                                    <p:anim calcmode="lin" valueType="num">
                                      <p:cBhvr>
                                        <p:cTn id="99" dur="550" fill="hold"/>
                                        <p:tgtEl>
                                          <p:spTgt spid="24"/>
                                        </p:tgtEl>
                                        <p:attrNameLst>
                                          <p:attrName>ppt_h</p:attrName>
                                        </p:attrNameLst>
                                      </p:cBhvr>
                                      <p:tavLst>
                                        <p:tav tm="0">
                                          <p:val>
                                            <p:strVal val="0"/>
                                          </p:val>
                                        </p:tav>
                                        <p:tav tm="100000">
                                          <p:val>
                                            <p:strVal val="#ppt_h"/>
                                          </p:val>
                                        </p:tav>
                                      </p:tavLst>
                                    </p:anim>
                                    <p:animEffect transition="in" filter="fade">
                                      <p:cBhvr>
                                        <p:cTn id="100" dur="550"/>
                                        <p:tgtEl>
                                          <p:spTgt spid="24"/>
                                        </p:tgtEl>
                                      </p:cBhvr>
                                    </p:animEffect>
                                  </p:childTnLst>
                                </p:cTn>
                              </p:par>
                              <p:par>
                                <p:cTn id="102" presetID="42" presetClass="entr" presetSubtype="0" fill="hold" grpId="0" nodeType="withEffect">
                                  <p:stCondLst>
                                    <p:cond delay="111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3" dur="700"/>
                                        <p:tgtEl>
                                          <p:spTgt spid="25"/>
                                        </p:tgtEl>
                                      </p:cBhvr>
                                    </p:animEffect>
                                    <p:anim calcmode="lin" valueType="num">
                                      <p:cBhvr>
                                        <p:cTn id="104" dur="700" fill="hold"/>
                                        <p:tgtEl>
                                          <p:spTgt spid="25"/>
                                        </p:tgtEl>
                                        <p:attrNameLst>
                                          <p:attrName>ppt_x</p:attrName>
                                        </p:attrNameLst>
                                      </p:cBhvr>
                                      <p:tavLst>
                                        <p:tav tm="0">
                                          <p:val>
                                            <p:strVal val="#ppt_x"/>
                                          </p:val>
                                        </p:tav>
                                        <p:tav tm="100000">
                                          <p:val>
                                            <p:strVal val="#ppt_x"/>
                                          </p:val>
                                        </p:tav>
                                      </p:tavLst>
                                    </p:anim>
                                    <p:anim calcmode="lin" valueType="num">
                                      <p:cBhvr>
                                        <p:cTn id="105" dur="700" fill="hold"/>
                                        <p:tgtEl>
                                          <p:spTgt spid="2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4" grpId="0" animBg="1"/>
      <p:bldP spid="16" grpId="0" animBg="1"/>
      <p:bldP spid="17" grpId="0" animBg="1"/>
      <p:bldP spid="19" grpId="0" animBg="1"/>
      <p:bldP spid="27" grpId="0" animBg="1"/>
      <p:bldP spid="20" grpId="0" animBg="1"/>
      <p:bldP spid="22" grpId="0" animBg="1"/>
      <p:bldP spid="23"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697986" y="-1497586"/>
            <a:ext cx="4567024" cy="4567024"/>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40704" y="985208"/>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390624" y="3668317"/>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Analysis of the Existing System</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WHERE WE STAND</a:t>
            </a:r>
            <a:endParaRPr lang="en-US" sz="1300" dirty="0"/>
          </a:p>
        </p:txBody>
      </p:sp>
      <p:sp>
        <p:nvSpPr>
          <p:cNvPr id="8" name="tv|rise|1|"/>
          <p:cNvSpPr/>
          <p:nvPr/>
        </p:nvSpPr>
        <p:spPr>
          <a:xfrm>
            <a:off x="548640" y="1600200"/>
            <a:ext cx="2606040" cy="3977640"/>
          </a:xfrm>
          <a:prstGeom prst="roundRect">
            <a:avLst>
              <a:gd name="adj" fmla="val 4912"/>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9" name="tv|rise|1|"/>
          <p:cNvSpPr txBox="1"/>
          <p:nvPr/>
        </p:nvSpPr>
        <p:spPr>
          <a:xfrm>
            <a:off x="749808" y="1783080"/>
            <a:ext cx="2240280" cy="384048"/>
          </a:xfrm>
          <a:prstGeom prst="rect">
            <a:avLst/>
          </a:prstGeom>
          <a:noFill/>
          <a:ln/>
        </p:spPr>
        <p:txBody>
          <a:bodyPr wrap="square" lIns="0" tIns="0" rIns="0" bIns="0" rtlCol="0" anchor="t"/>
          <a:lstStyle/>
          <a:p>
            <a:pPr indent="0" marL="0">
              <a:buNone/>
            </a:pPr>
            <a:r>
              <a:rPr lang="en-US" sz="1900" b="1" dirty="0">
                <a:solidFill>
                  <a:srgbClr val="EEFBFF"/>
                </a:solidFill>
              </a:rPr>
              <a:t>DigiLocker</a:t>
            </a:r>
            <a:endParaRPr lang="en-US" sz="1900" dirty="0"/>
          </a:p>
        </p:txBody>
      </p:sp>
      <p:sp>
        <p:nvSpPr>
          <p:cNvPr id="10" name="tv|rise|1|"/>
          <p:cNvSpPr/>
          <p:nvPr/>
        </p:nvSpPr>
        <p:spPr>
          <a:xfrm>
            <a:off x="749808" y="2240280"/>
            <a:ext cx="822960" cy="256032"/>
          </a:xfrm>
          <a:prstGeom prst="roundRect">
            <a:avLst>
              <a:gd name="adj" fmla="val 50000"/>
            </a:avLst>
          </a:prstGeom>
          <a:gradFill flip="none" rotWithShape="1">
            <a:gsLst>
              <a:gs pos="0">
                <a:srgbClr val="2EF2B0"/>
              </a:gs>
              <a:gs pos="50000">
                <a:srgbClr val="19B8FF"/>
              </a:gs>
              <a:gs pos="100000">
                <a:srgbClr val="7C5CFF"/>
              </a:gs>
            </a:gsLst>
            <a:lin ang="2700000" scaled="0"/>
          </a:gradFill>
          <a:ln/>
        </p:spPr>
        <p:txBody>
          <a:bodyPr wrap="square" lIns="0" tIns="0" rIns="0" bIns="0" rtlCol="0" anchor="ctr"/>
          <a:lstStyle/>
          <a:p>
            <a:pPr algn="ctr" indent="0" marL="0">
              <a:buNone/>
            </a:pPr>
            <a:r>
              <a:rPr lang="en-US" sz="1000" b="1" spc="200" kern="0" dirty="0">
                <a:solidFill>
                  <a:srgbClr val="03111A"/>
                </a:solidFill>
              </a:rPr>
              <a:t>INDIA</a:t>
            </a:r>
            <a:endParaRPr lang="en-US" sz="1000" dirty="0"/>
          </a:p>
        </p:txBody>
      </p:sp>
      <p:sp>
        <p:nvSpPr>
          <p:cNvPr id="11" name="tv|rise|1|"/>
          <p:cNvSpPr txBox="1"/>
          <p:nvPr/>
        </p:nvSpPr>
        <p:spPr>
          <a:xfrm>
            <a:off x="749808" y="2651760"/>
            <a:ext cx="2240280" cy="237744"/>
          </a:xfrm>
          <a:prstGeom prst="rect">
            <a:avLst/>
          </a:prstGeom>
          <a:noFill/>
          <a:ln/>
        </p:spPr>
        <p:txBody>
          <a:bodyPr wrap="square" lIns="0" tIns="0" rIns="0" bIns="0" rtlCol="0" anchor="t"/>
          <a:lstStyle/>
          <a:p>
            <a:pPr indent="0" marL="0">
              <a:buNone/>
            </a:pPr>
            <a:r>
              <a:rPr lang="en-US" sz="1100" b="1" spc="200" kern="0" dirty="0">
                <a:solidFill>
                  <a:srgbClr val="2EF2B0"/>
                </a:solidFill>
              </a:rPr>
              <a:t>FEATURES</a:t>
            </a:r>
            <a:endParaRPr lang="en-US" sz="1100" dirty="0"/>
          </a:p>
        </p:txBody>
      </p:sp>
      <p:sp>
        <p:nvSpPr>
          <p:cNvPr id="12" name="tv|rise|1|"/>
          <p:cNvSpPr txBox="1"/>
          <p:nvPr/>
        </p:nvSpPr>
        <p:spPr>
          <a:xfrm>
            <a:off x="749808"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EFBFF"/>
                </a:solidFill>
              </a:rPr>
              <a:t>Government documents from issuers</a:t>
            </a:r>
            <a:endParaRPr lang="en-US" sz="1400" dirty="0"/>
          </a:p>
          <a:p>
            <a:pPr marL="342900" indent="-342900">
              <a:spcAft>
                <a:spcPts val="400"/>
              </a:spcAft>
              <a:buSzPct val="100000"/>
              <a:buChar char="✓"/>
            </a:pPr>
            <a:r>
              <a:rPr lang="en-US" sz="1400" dirty="0">
                <a:solidFill>
                  <a:srgbClr val="EEFBFF"/>
                </a:solidFill>
              </a:rPr>
              <a:t>Legally valid digital copies</a:t>
            </a:r>
            <a:endParaRPr lang="en-US" sz="1400" dirty="0"/>
          </a:p>
        </p:txBody>
      </p:sp>
      <p:sp>
        <p:nvSpPr>
          <p:cNvPr id="13" name="tv|rise|1|"/>
          <p:cNvSpPr txBox="1"/>
          <p:nvPr/>
        </p:nvSpPr>
        <p:spPr>
          <a:xfrm>
            <a:off x="749808" y="4233672"/>
            <a:ext cx="2240280" cy="237744"/>
          </a:xfrm>
          <a:prstGeom prst="rect">
            <a:avLst/>
          </a:prstGeom>
          <a:noFill/>
          <a:ln/>
        </p:spPr>
        <p:txBody>
          <a:bodyPr wrap="square" lIns="0" tIns="0" rIns="0" bIns="0" rtlCol="0" anchor="t"/>
          <a:lstStyle/>
          <a:p>
            <a:pPr indent="0" marL="0">
              <a:buNone/>
            </a:pPr>
            <a:r>
              <a:rPr lang="en-US" sz="1100" b="1" spc="200" kern="0" dirty="0">
                <a:solidFill>
                  <a:srgbClr val="FF6B7D"/>
                </a:solidFill>
              </a:rPr>
              <a:t>MISSING</a:t>
            </a:r>
            <a:endParaRPr lang="en-US" sz="1100" dirty="0"/>
          </a:p>
        </p:txBody>
      </p:sp>
      <p:sp>
        <p:nvSpPr>
          <p:cNvPr id="14" name="tv|rise|1|"/>
          <p:cNvSpPr txBox="1"/>
          <p:nvPr/>
        </p:nvSpPr>
        <p:spPr>
          <a:xfrm>
            <a:off x="749808"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9FC4CF"/>
                </a:solidFill>
              </a:rPr>
              <a:t>No faculty request or consent flow</a:t>
            </a:r>
            <a:endParaRPr lang="en-US" sz="1400" dirty="0"/>
          </a:p>
          <a:p>
            <a:pPr marL="342900" indent="-342900">
              <a:spcAft>
                <a:spcPts val="400"/>
              </a:spcAft>
              <a:buSzPct val="100000"/>
              <a:buChar char="✕"/>
            </a:pPr>
            <a:r>
              <a:rPr lang="en-US" sz="1400" dirty="0">
                <a:solidFill>
                  <a:srgbClr val="9FC4CF"/>
                </a:solidFill>
              </a:rPr>
              <a:t>Self-uploaded files not verified</a:t>
            </a:r>
            <a:endParaRPr lang="en-US" sz="1400" dirty="0"/>
          </a:p>
        </p:txBody>
      </p:sp>
      <p:sp>
        <p:nvSpPr>
          <p:cNvPr id="15" name="tv|rise|2|"/>
          <p:cNvSpPr/>
          <p:nvPr/>
        </p:nvSpPr>
        <p:spPr>
          <a:xfrm>
            <a:off x="3377794" y="1600200"/>
            <a:ext cx="2606040" cy="3977640"/>
          </a:xfrm>
          <a:prstGeom prst="roundRect">
            <a:avLst>
              <a:gd name="adj" fmla="val 4912"/>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6" name="tv|rise|2|"/>
          <p:cNvSpPr txBox="1"/>
          <p:nvPr/>
        </p:nvSpPr>
        <p:spPr>
          <a:xfrm>
            <a:off x="3578962" y="1783080"/>
            <a:ext cx="2240280" cy="384048"/>
          </a:xfrm>
          <a:prstGeom prst="rect">
            <a:avLst/>
          </a:prstGeom>
          <a:noFill/>
          <a:ln/>
        </p:spPr>
        <p:txBody>
          <a:bodyPr wrap="square" lIns="0" tIns="0" rIns="0" bIns="0" rtlCol="0" anchor="t"/>
          <a:lstStyle/>
          <a:p>
            <a:pPr indent="0" marL="0">
              <a:buNone/>
            </a:pPr>
            <a:r>
              <a:rPr lang="en-US" sz="1900" b="1" dirty="0">
                <a:solidFill>
                  <a:srgbClr val="EEFBFF"/>
                </a:solidFill>
              </a:rPr>
              <a:t>NAD</a:t>
            </a:r>
            <a:endParaRPr lang="en-US" sz="1900" dirty="0"/>
          </a:p>
        </p:txBody>
      </p:sp>
      <p:sp>
        <p:nvSpPr>
          <p:cNvPr id="17" name="tv|rise|2|"/>
          <p:cNvSpPr/>
          <p:nvPr/>
        </p:nvSpPr>
        <p:spPr>
          <a:xfrm>
            <a:off x="3578962" y="2240280"/>
            <a:ext cx="822960" cy="256032"/>
          </a:xfrm>
          <a:prstGeom prst="roundRect">
            <a:avLst>
              <a:gd name="adj" fmla="val 50000"/>
            </a:avLst>
          </a:prstGeom>
          <a:gradFill flip="none" rotWithShape="1">
            <a:gsLst>
              <a:gs pos="0">
                <a:srgbClr val="2EF2B0"/>
              </a:gs>
              <a:gs pos="50000">
                <a:srgbClr val="19B8FF"/>
              </a:gs>
              <a:gs pos="100000">
                <a:srgbClr val="7C5CFF"/>
              </a:gs>
            </a:gsLst>
            <a:lin ang="2700000" scaled="0"/>
          </a:gradFill>
          <a:ln/>
        </p:spPr>
        <p:txBody>
          <a:bodyPr wrap="square" lIns="0" tIns="0" rIns="0" bIns="0" rtlCol="0" anchor="ctr"/>
          <a:lstStyle/>
          <a:p>
            <a:pPr algn="ctr" indent="0" marL="0">
              <a:buNone/>
            </a:pPr>
            <a:r>
              <a:rPr lang="en-US" sz="1000" b="1" spc="200" kern="0" dirty="0">
                <a:solidFill>
                  <a:srgbClr val="03111A"/>
                </a:solidFill>
              </a:rPr>
              <a:t>INDIA</a:t>
            </a:r>
            <a:endParaRPr lang="en-US" sz="1000" dirty="0"/>
          </a:p>
        </p:txBody>
      </p:sp>
      <p:sp>
        <p:nvSpPr>
          <p:cNvPr id="18" name="tv|rise|2|"/>
          <p:cNvSpPr txBox="1"/>
          <p:nvPr/>
        </p:nvSpPr>
        <p:spPr>
          <a:xfrm>
            <a:off x="3578962" y="2651760"/>
            <a:ext cx="2240280" cy="237744"/>
          </a:xfrm>
          <a:prstGeom prst="rect">
            <a:avLst/>
          </a:prstGeom>
          <a:noFill/>
          <a:ln/>
        </p:spPr>
        <p:txBody>
          <a:bodyPr wrap="square" lIns="0" tIns="0" rIns="0" bIns="0" rtlCol="0" anchor="t"/>
          <a:lstStyle/>
          <a:p>
            <a:pPr indent="0" marL="0">
              <a:buNone/>
            </a:pPr>
            <a:r>
              <a:rPr lang="en-US" sz="1100" b="1" spc="200" kern="0" dirty="0">
                <a:solidFill>
                  <a:srgbClr val="2EF2B0"/>
                </a:solidFill>
              </a:rPr>
              <a:t>FEATURES</a:t>
            </a:r>
            <a:endParaRPr lang="en-US" sz="1100" dirty="0"/>
          </a:p>
        </p:txBody>
      </p:sp>
      <p:sp>
        <p:nvSpPr>
          <p:cNvPr id="19" name="tv|rise|2|"/>
          <p:cNvSpPr txBox="1"/>
          <p:nvPr/>
        </p:nvSpPr>
        <p:spPr>
          <a:xfrm>
            <a:off x="3578962"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EFBFF"/>
                </a:solidFill>
              </a:rPr>
              <a:t>Degrees and marksheets from universities</a:t>
            </a:r>
            <a:endParaRPr lang="en-US" sz="1400" dirty="0"/>
          </a:p>
          <a:p>
            <a:pPr marL="342900" indent="-342900">
              <a:spcAft>
                <a:spcPts val="400"/>
              </a:spcAft>
              <a:buSzPct val="100000"/>
              <a:buChar char="✓"/>
            </a:pPr>
            <a:r>
              <a:rPr lang="en-US" sz="1400" dirty="0">
                <a:solidFill>
                  <a:srgbClr val="EEFBFF"/>
                </a:solidFill>
              </a:rPr>
              <a:t>Online verification for employers</a:t>
            </a:r>
            <a:endParaRPr lang="en-US" sz="1400" dirty="0"/>
          </a:p>
        </p:txBody>
      </p:sp>
      <p:sp>
        <p:nvSpPr>
          <p:cNvPr id="20" name="tv|rise|2|"/>
          <p:cNvSpPr txBox="1"/>
          <p:nvPr/>
        </p:nvSpPr>
        <p:spPr>
          <a:xfrm>
            <a:off x="3578962" y="4233672"/>
            <a:ext cx="2240280" cy="237744"/>
          </a:xfrm>
          <a:prstGeom prst="rect">
            <a:avLst/>
          </a:prstGeom>
          <a:noFill/>
          <a:ln/>
        </p:spPr>
        <p:txBody>
          <a:bodyPr wrap="square" lIns="0" tIns="0" rIns="0" bIns="0" rtlCol="0" anchor="t"/>
          <a:lstStyle/>
          <a:p>
            <a:pPr indent="0" marL="0">
              <a:buNone/>
            </a:pPr>
            <a:r>
              <a:rPr lang="en-US" sz="1100" b="1" spc="200" kern="0" dirty="0">
                <a:solidFill>
                  <a:srgbClr val="FF6B7D"/>
                </a:solidFill>
              </a:rPr>
              <a:t>MISSING</a:t>
            </a:r>
            <a:endParaRPr lang="en-US" sz="1100" dirty="0"/>
          </a:p>
        </p:txBody>
      </p:sp>
      <p:sp>
        <p:nvSpPr>
          <p:cNvPr id="21" name="tv|rise|2|"/>
          <p:cNvSpPr txBox="1"/>
          <p:nvPr/>
        </p:nvSpPr>
        <p:spPr>
          <a:xfrm>
            <a:off x="3578962"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9FC4CF"/>
                </a:solidFill>
              </a:rPr>
              <a:t>Academic awards only, no ID documents</a:t>
            </a:r>
            <a:endParaRPr lang="en-US" sz="1400" dirty="0"/>
          </a:p>
          <a:p>
            <a:pPr marL="342900" indent="-342900">
              <a:spcAft>
                <a:spcPts val="400"/>
              </a:spcAft>
              <a:buSzPct val="100000"/>
              <a:buChar char="✕"/>
            </a:pPr>
            <a:r>
              <a:rPr lang="en-US" sz="1400" dirty="0">
                <a:solidFill>
                  <a:srgbClr val="9FC4CF"/>
                </a:solidFill>
              </a:rPr>
              <a:t>No batch requests or one-time access</a:t>
            </a:r>
            <a:endParaRPr lang="en-US" sz="1400" dirty="0"/>
          </a:p>
        </p:txBody>
      </p:sp>
      <p:sp>
        <p:nvSpPr>
          <p:cNvPr id="22" name="tv|rise|3|"/>
          <p:cNvSpPr/>
          <p:nvPr/>
        </p:nvSpPr>
        <p:spPr>
          <a:xfrm>
            <a:off x="6206947" y="1600200"/>
            <a:ext cx="2606040" cy="3977640"/>
          </a:xfrm>
          <a:prstGeom prst="roundRect">
            <a:avLst>
              <a:gd name="adj" fmla="val 4912"/>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3" name="tv|rise|3|"/>
          <p:cNvSpPr txBox="1"/>
          <p:nvPr/>
        </p:nvSpPr>
        <p:spPr>
          <a:xfrm>
            <a:off x="6408115" y="1783080"/>
            <a:ext cx="2240280" cy="384048"/>
          </a:xfrm>
          <a:prstGeom prst="rect">
            <a:avLst/>
          </a:prstGeom>
          <a:noFill/>
          <a:ln/>
        </p:spPr>
        <p:txBody>
          <a:bodyPr wrap="square" lIns="0" tIns="0" rIns="0" bIns="0" rtlCol="0" anchor="t"/>
          <a:lstStyle/>
          <a:p>
            <a:pPr indent="0" marL="0">
              <a:buNone/>
            </a:pPr>
            <a:r>
              <a:rPr lang="en-US" sz="1900" b="1" dirty="0">
                <a:solidFill>
                  <a:srgbClr val="EEFBFF"/>
                </a:solidFill>
              </a:rPr>
              <a:t>Google Drive</a:t>
            </a:r>
            <a:endParaRPr lang="en-US" sz="1900" dirty="0"/>
          </a:p>
        </p:txBody>
      </p:sp>
      <p:sp>
        <p:nvSpPr>
          <p:cNvPr id="24" name="tv|rise|3|"/>
          <p:cNvSpPr/>
          <p:nvPr/>
        </p:nvSpPr>
        <p:spPr>
          <a:xfrm>
            <a:off x="6408115" y="2240280"/>
            <a:ext cx="822960" cy="256032"/>
          </a:xfrm>
          <a:prstGeom prst="roundRect">
            <a:avLst>
              <a:gd name="adj" fmla="val 50000"/>
            </a:avLst>
          </a:prstGeom>
          <a:gradFill flip="none" rotWithShape="1">
            <a:gsLst>
              <a:gs pos="0">
                <a:srgbClr val="2EF2B0"/>
              </a:gs>
              <a:gs pos="50000">
                <a:srgbClr val="19B8FF"/>
              </a:gs>
              <a:gs pos="100000">
                <a:srgbClr val="7C5CFF"/>
              </a:gs>
            </a:gsLst>
            <a:lin ang="2700000" scaled="0"/>
          </a:gradFill>
          <a:ln/>
        </p:spPr>
        <p:txBody>
          <a:bodyPr wrap="square" lIns="0" tIns="0" rIns="0" bIns="0" rtlCol="0" anchor="ctr"/>
          <a:lstStyle/>
          <a:p>
            <a:pPr algn="ctr" indent="0" marL="0">
              <a:buNone/>
            </a:pPr>
            <a:r>
              <a:rPr lang="en-US" sz="1000" b="1" spc="200" kern="0" dirty="0">
                <a:solidFill>
                  <a:srgbClr val="03111A"/>
                </a:solidFill>
              </a:rPr>
              <a:t>GLOBAL</a:t>
            </a:r>
            <a:endParaRPr lang="en-US" sz="1000" dirty="0"/>
          </a:p>
        </p:txBody>
      </p:sp>
      <p:sp>
        <p:nvSpPr>
          <p:cNvPr id="25" name="tv|rise|3|"/>
          <p:cNvSpPr txBox="1"/>
          <p:nvPr/>
        </p:nvSpPr>
        <p:spPr>
          <a:xfrm>
            <a:off x="6408115" y="2651760"/>
            <a:ext cx="2240280" cy="237744"/>
          </a:xfrm>
          <a:prstGeom prst="rect">
            <a:avLst/>
          </a:prstGeom>
          <a:noFill/>
          <a:ln/>
        </p:spPr>
        <p:txBody>
          <a:bodyPr wrap="square" lIns="0" tIns="0" rIns="0" bIns="0" rtlCol="0" anchor="t"/>
          <a:lstStyle/>
          <a:p>
            <a:pPr indent="0" marL="0">
              <a:buNone/>
            </a:pPr>
            <a:r>
              <a:rPr lang="en-US" sz="1100" b="1" spc="200" kern="0" dirty="0">
                <a:solidFill>
                  <a:srgbClr val="2EF2B0"/>
                </a:solidFill>
              </a:rPr>
              <a:t>FEATURES</a:t>
            </a:r>
            <a:endParaRPr lang="en-US" sz="1100" dirty="0"/>
          </a:p>
        </p:txBody>
      </p:sp>
      <p:sp>
        <p:nvSpPr>
          <p:cNvPr id="26" name="tv|rise|3|"/>
          <p:cNvSpPr txBox="1"/>
          <p:nvPr/>
        </p:nvSpPr>
        <p:spPr>
          <a:xfrm>
            <a:off x="6408115"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EFBFF"/>
                </a:solidFill>
              </a:rPr>
              <a:t>Stores and shares any file</a:t>
            </a:r>
            <a:endParaRPr lang="en-US" sz="1400" dirty="0"/>
          </a:p>
          <a:p>
            <a:pPr marL="342900" indent="-342900">
              <a:spcAft>
                <a:spcPts val="400"/>
              </a:spcAft>
              <a:buSzPct val="100000"/>
              <a:buChar char="✓"/>
            </a:pPr>
            <a:r>
              <a:rPr lang="en-US" sz="1400" dirty="0">
                <a:solidFill>
                  <a:srgbClr val="EEFBFF"/>
                </a:solidFill>
              </a:rPr>
              <a:t>Free and familiar to students</a:t>
            </a:r>
            <a:endParaRPr lang="en-US" sz="1400" dirty="0"/>
          </a:p>
        </p:txBody>
      </p:sp>
      <p:sp>
        <p:nvSpPr>
          <p:cNvPr id="27" name="tv|rise|3|"/>
          <p:cNvSpPr txBox="1"/>
          <p:nvPr/>
        </p:nvSpPr>
        <p:spPr>
          <a:xfrm>
            <a:off x="6408115" y="4233672"/>
            <a:ext cx="2240280" cy="237744"/>
          </a:xfrm>
          <a:prstGeom prst="rect">
            <a:avLst/>
          </a:prstGeom>
          <a:noFill/>
          <a:ln/>
        </p:spPr>
        <p:txBody>
          <a:bodyPr wrap="square" lIns="0" tIns="0" rIns="0" bIns="0" rtlCol="0" anchor="t"/>
          <a:lstStyle/>
          <a:p>
            <a:pPr indent="0" marL="0">
              <a:buNone/>
            </a:pPr>
            <a:r>
              <a:rPr lang="en-US" sz="1100" b="1" spc="200" kern="0" dirty="0">
                <a:solidFill>
                  <a:srgbClr val="FF6B7D"/>
                </a:solidFill>
              </a:rPr>
              <a:t>MISSING</a:t>
            </a:r>
            <a:endParaRPr lang="en-US" sz="1100" dirty="0"/>
          </a:p>
        </p:txBody>
      </p:sp>
      <p:sp>
        <p:nvSpPr>
          <p:cNvPr id="28" name="tv|rise|3|"/>
          <p:cNvSpPr txBox="1"/>
          <p:nvPr/>
        </p:nvSpPr>
        <p:spPr>
          <a:xfrm>
            <a:off x="6408115"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9FC4CF"/>
                </a:solidFill>
              </a:rPr>
              <a:t>Cannot tell if a document is genuine</a:t>
            </a:r>
            <a:endParaRPr lang="en-US" sz="1400" dirty="0"/>
          </a:p>
          <a:p>
            <a:pPr marL="342900" indent="-342900">
              <a:spcAft>
                <a:spcPts val="400"/>
              </a:spcAft>
              <a:buSzPct val="100000"/>
              <a:buChar char="✕"/>
            </a:pPr>
            <a:r>
              <a:rPr lang="en-US" sz="1400" dirty="0">
                <a:solidFill>
                  <a:srgbClr val="9FC4CF"/>
                </a:solidFill>
              </a:rPr>
              <a:t>Links can be forwarded; no audit trail</a:t>
            </a:r>
            <a:endParaRPr lang="en-US" sz="1400" dirty="0"/>
          </a:p>
        </p:txBody>
      </p:sp>
      <p:sp>
        <p:nvSpPr>
          <p:cNvPr id="29" name="tv|rise|4|"/>
          <p:cNvSpPr/>
          <p:nvPr/>
        </p:nvSpPr>
        <p:spPr>
          <a:xfrm>
            <a:off x="9036101" y="1600200"/>
            <a:ext cx="2606040" cy="3977640"/>
          </a:xfrm>
          <a:prstGeom prst="roundRect">
            <a:avLst>
              <a:gd name="adj" fmla="val 4912"/>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0" name="tv|rise|4|"/>
          <p:cNvSpPr txBox="1"/>
          <p:nvPr/>
        </p:nvSpPr>
        <p:spPr>
          <a:xfrm>
            <a:off x="9237269" y="1783080"/>
            <a:ext cx="2240280" cy="384048"/>
          </a:xfrm>
          <a:prstGeom prst="rect">
            <a:avLst/>
          </a:prstGeom>
          <a:noFill/>
          <a:ln/>
        </p:spPr>
        <p:txBody>
          <a:bodyPr wrap="square" lIns="0" tIns="0" rIns="0" bIns="0" rtlCol="0" anchor="t"/>
          <a:lstStyle/>
          <a:p>
            <a:pPr indent="0" marL="0">
              <a:buNone/>
            </a:pPr>
            <a:r>
              <a:rPr lang="en-US" sz="1900" b="1" dirty="0">
                <a:solidFill>
                  <a:srgbClr val="EEFBFF"/>
                </a:solidFill>
              </a:rPr>
              <a:t>Parchment</a:t>
            </a:r>
            <a:endParaRPr lang="en-US" sz="1900" dirty="0"/>
          </a:p>
        </p:txBody>
      </p:sp>
      <p:sp>
        <p:nvSpPr>
          <p:cNvPr id="31" name="tv|rise|4|"/>
          <p:cNvSpPr/>
          <p:nvPr/>
        </p:nvSpPr>
        <p:spPr>
          <a:xfrm>
            <a:off x="9237269" y="2240280"/>
            <a:ext cx="822960" cy="256032"/>
          </a:xfrm>
          <a:prstGeom prst="roundRect">
            <a:avLst>
              <a:gd name="adj" fmla="val 50000"/>
            </a:avLst>
          </a:prstGeom>
          <a:gradFill flip="none" rotWithShape="1">
            <a:gsLst>
              <a:gs pos="0">
                <a:srgbClr val="2EF2B0"/>
              </a:gs>
              <a:gs pos="50000">
                <a:srgbClr val="19B8FF"/>
              </a:gs>
              <a:gs pos="100000">
                <a:srgbClr val="7C5CFF"/>
              </a:gs>
            </a:gsLst>
            <a:lin ang="2700000" scaled="0"/>
          </a:gradFill>
          <a:ln/>
        </p:spPr>
        <p:txBody>
          <a:bodyPr wrap="square" lIns="0" tIns="0" rIns="0" bIns="0" rtlCol="0" anchor="ctr"/>
          <a:lstStyle/>
          <a:p>
            <a:pPr algn="ctr" indent="0" marL="0">
              <a:buNone/>
            </a:pPr>
            <a:r>
              <a:rPr lang="en-US" sz="1000" b="1" spc="200" kern="0" dirty="0">
                <a:solidFill>
                  <a:srgbClr val="03111A"/>
                </a:solidFill>
              </a:rPr>
              <a:t>GLOBAL</a:t>
            </a:r>
            <a:endParaRPr lang="en-US" sz="1000" dirty="0"/>
          </a:p>
        </p:txBody>
      </p:sp>
      <p:sp>
        <p:nvSpPr>
          <p:cNvPr id="32" name="tv|rise|4|"/>
          <p:cNvSpPr txBox="1"/>
          <p:nvPr/>
        </p:nvSpPr>
        <p:spPr>
          <a:xfrm>
            <a:off x="9237269" y="2651760"/>
            <a:ext cx="2240280" cy="237744"/>
          </a:xfrm>
          <a:prstGeom prst="rect">
            <a:avLst/>
          </a:prstGeom>
          <a:noFill/>
          <a:ln/>
        </p:spPr>
        <p:txBody>
          <a:bodyPr wrap="square" lIns="0" tIns="0" rIns="0" bIns="0" rtlCol="0" anchor="t"/>
          <a:lstStyle/>
          <a:p>
            <a:pPr indent="0" marL="0">
              <a:buNone/>
            </a:pPr>
            <a:r>
              <a:rPr lang="en-US" sz="1100" b="1" spc="200" kern="0" dirty="0">
                <a:solidFill>
                  <a:srgbClr val="2EF2B0"/>
                </a:solidFill>
              </a:rPr>
              <a:t>FEATURES</a:t>
            </a:r>
            <a:endParaRPr lang="en-US" sz="1100" dirty="0"/>
          </a:p>
        </p:txBody>
      </p:sp>
      <p:sp>
        <p:nvSpPr>
          <p:cNvPr id="33" name="tv|rise|4|"/>
          <p:cNvSpPr txBox="1"/>
          <p:nvPr/>
        </p:nvSpPr>
        <p:spPr>
          <a:xfrm>
            <a:off x="9237269"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EFBFF"/>
                </a:solidFill>
              </a:rPr>
              <a:t>Issues official digital transcripts</a:t>
            </a:r>
            <a:endParaRPr lang="en-US" sz="1400" dirty="0"/>
          </a:p>
          <a:p>
            <a:pPr marL="342900" indent="-342900">
              <a:spcAft>
                <a:spcPts val="400"/>
              </a:spcAft>
              <a:buSzPct val="100000"/>
              <a:buChar char="✓"/>
            </a:pPr>
            <a:r>
              <a:rPr lang="en-US" sz="1400" dirty="0">
                <a:solidFill>
                  <a:srgbClr val="EEFBFF"/>
                </a:solidFill>
              </a:rPr>
              <a:t>Receivers can verify credentials</a:t>
            </a:r>
            <a:endParaRPr lang="en-US" sz="1400" dirty="0"/>
          </a:p>
        </p:txBody>
      </p:sp>
      <p:sp>
        <p:nvSpPr>
          <p:cNvPr id="34" name="tv|rise|4|"/>
          <p:cNvSpPr txBox="1"/>
          <p:nvPr/>
        </p:nvSpPr>
        <p:spPr>
          <a:xfrm>
            <a:off x="9237269" y="4233672"/>
            <a:ext cx="2240280" cy="237744"/>
          </a:xfrm>
          <a:prstGeom prst="rect">
            <a:avLst/>
          </a:prstGeom>
          <a:noFill/>
          <a:ln/>
        </p:spPr>
        <p:txBody>
          <a:bodyPr wrap="square" lIns="0" tIns="0" rIns="0" bIns="0" rtlCol="0" anchor="t"/>
          <a:lstStyle/>
          <a:p>
            <a:pPr indent="0" marL="0">
              <a:buNone/>
            </a:pPr>
            <a:r>
              <a:rPr lang="en-US" sz="1100" b="1" spc="200" kern="0" dirty="0">
                <a:solidFill>
                  <a:srgbClr val="FF6B7D"/>
                </a:solidFill>
              </a:rPr>
              <a:t>MISSING</a:t>
            </a:r>
            <a:endParaRPr lang="en-US" sz="1100" dirty="0"/>
          </a:p>
        </p:txBody>
      </p:sp>
      <p:sp>
        <p:nvSpPr>
          <p:cNvPr id="35" name="tv|rise|4|"/>
          <p:cNvSpPr txBox="1"/>
          <p:nvPr/>
        </p:nvSpPr>
        <p:spPr>
          <a:xfrm>
            <a:off x="9237269"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9FC4CF"/>
                </a:solidFill>
              </a:rPr>
              <a:t>Mainly US institutions; paid</a:t>
            </a:r>
            <a:endParaRPr lang="en-US" sz="1400" dirty="0"/>
          </a:p>
          <a:p>
            <a:pPr marL="342900" indent="-342900">
              <a:spcAft>
                <a:spcPts val="400"/>
              </a:spcAft>
              <a:buSzPct val="100000"/>
              <a:buChar char="✕"/>
            </a:pPr>
            <a:r>
              <a:rPr lang="en-US" sz="1400" dirty="0">
                <a:solidFill>
                  <a:srgbClr val="9FC4CF"/>
                </a:solidFill>
              </a:rPr>
              <a:t>No student vault for ID documents</a:t>
            </a:r>
            <a:endParaRPr lang="en-US" sz="1400" dirty="0"/>
          </a:p>
        </p:txBody>
      </p:sp>
      <p:sp>
        <p:nvSpPr>
          <p:cNvPr id="36" name="tv|rise|6|"/>
          <p:cNvSpPr/>
          <p:nvPr/>
        </p:nvSpPr>
        <p:spPr>
          <a:xfrm>
            <a:off x="548640" y="5715000"/>
            <a:ext cx="11091672" cy="457200"/>
          </a:xfrm>
          <a:prstGeom prst="roundRect">
            <a:avLst>
              <a:gd name="adj" fmla="val 50000"/>
            </a:avLst>
          </a:prstGeom>
          <a:solidFill>
            <a:srgbClr val="0B2230">
              <a:alpha val="90000"/>
            </a:srgbClr>
          </a:solidFill>
          <a:ln w="1270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400" b="1" dirty="0">
                <a:gradFill flip="none" rotWithShape="1">
                  <a:gsLst>
                    <a:gs pos="0">
                      <a:srgbClr val="2EF2B0"/>
                    </a:gs>
                    <a:gs pos="50000">
                      <a:srgbClr val="19B8FF"/>
                    </a:gs>
                    <a:gs pos="100000">
                      <a:srgbClr val="7C5CFF"/>
                    </a:gs>
                  </a:gsLst>
                  <a:lin ang="0" scaled="0"/>
                </a:gradFill>
              </a:rPr>
              <a:t>TrustVault fills these gaps: </a:t>
            </a:r>
            <a:pPr algn="ctr" indent="0" marL="0">
              <a:buNone/>
            </a:pPr>
            <a:r>
              <a:rPr lang="en-US" sz="1400" dirty="0">
                <a:solidFill>
                  <a:srgbClr val="EEFBFF"/>
                </a:solidFill>
              </a:rPr>
              <a:t>college-exclusive, consent-based, automatically verified and tamper-evident.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42"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700"/>
                                        <p:tgtEl>
                                          <p:spTgt spid="9"/>
                                        </p:tgtEl>
                                      </p:cBhvr>
                                    </p:animEffect>
                                    <p:anim calcmode="lin" valueType="num">
                                      <p:cBhvr>
                                        <p:cTn id="16" dur="700" fill="hold"/>
                                        <p:tgtEl>
                                          <p:spTgt spid="9"/>
                                        </p:tgtEl>
                                        <p:attrNameLst>
                                          <p:attrName>ppt_x</p:attrName>
                                        </p:attrNameLst>
                                      </p:cBhvr>
                                      <p:tavLst>
                                        <p:tav tm="0">
                                          <p:val>
                                            <p:strVal val="#ppt_x"/>
                                          </p:val>
                                        </p:tav>
                                        <p:tav tm="100000">
                                          <p:val>
                                            <p:strVal val="#ppt_x"/>
                                          </p:val>
                                        </p:tav>
                                      </p:tavLst>
                                    </p:anim>
                                    <p:anim calcmode="lin" valueType="num">
                                      <p:cBhvr>
                                        <p:cTn id="17" dur="700" fill="hold"/>
                                        <p:tgtEl>
                                          <p:spTgt spid="9"/>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Effect transition="in" filter="fade">
                                      <p:cBhvr>
                                        <p:cTn id="20" dur="700"/>
                                        <p:tgtEl>
                                          <p:spTgt spid="10"/>
                                        </p:tgtEl>
                                      </p:cBhvr>
                                    </p:animEffect>
                                    <p:anim calcmode="lin" valueType="num">
                                      <p:cBhvr>
                                        <p:cTn id="21" dur="700" fill="hold"/>
                                        <p:tgtEl>
                                          <p:spTgt spid="10"/>
                                        </p:tgtEl>
                                        <p:attrNameLst>
                                          <p:attrName>ppt_x</p:attrName>
                                        </p:attrNameLst>
                                      </p:cBhvr>
                                      <p:tavLst>
                                        <p:tav tm="0">
                                          <p:val>
                                            <p:strVal val="#ppt_x"/>
                                          </p:val>
                                        </p:tav>
                                        <p:tav tm="100000">
                                          <p:val>
                                            <p:strVal val="#ppt_x"/>
                                          </p:val>
                                        </p:tav>
                                      </p:tavLst>
                                    </p:anim>
                                    <p:anim calcmode="lin" valueType="num">
                                      <p:cBhvr>
                                        <p:cTn id="22" dur="700" fill="hold"/>
                                        <p:tgtEl>
                                          <p:spTgt spid="10"/>
                                        </p:tgtEl>
                                        <p:attrNameLst>
                                          <p:attrName>ppt_y</p:attrName>
                                        </p:attrNameLst>
                                      </p:cBhvr>
                                      <p:tavLst>
                                        <p:tav tm="0">
                                          <p:val>
                                            <p:strVal val="#ppt_y+.06"/>
                                          </p:val>
                                        </p:tav>
                                        <p:tav tm="100000">
                                          <p:val>
                                            <p:strVal val="#ppt_y"/>
                                          </p:val>
                                        </p:tav>
                                      </p:tavLst>
                                    </p:anim>
                                  </p:childTnLst>
                                </p:cTn>
                              </p:par>
                              <p:par>
                                <p:cTn id="24" presetID="42" presetClass="entr" presetSubtype="0"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Effect transition="in" filter="fade">
                                      <p:cBhvr>
                                        <p:cTn id="25" dur="700"/>
                                        <p:tgtEl>
                                          <p:spTgt spid="11"/>
                                        </p:tgtEl>
                                      </p:cBhvr>
                                    </p:animEffect>
                                    <p:anim calcmode="lin" valueType="num">
                                      <p:cBhvr>
                                        <p:cTn id="26" dur="700" fill="hold"/>
                                        <p:tgtEl>
                                          <p:spTgt spid="11"/>
                                        </p:tgtEl>
                                        <p:attrNameLst>
                                          <p:attrName>ppt_x</p:attrName>
                                        </p:attrNameLst>
                                      </p:cBhvr>
                                      <p:tavLst>
                                        <p:tav tm="0">
                                          <p:val>
                                            <p:strVal val="#ppt_x"/>
                                          </p:val>
                                        </p:tav>
                                        <p:tav tm="100000">
                                          <p:val>
                                            <p:strVal val="#ppt_x"/>
                                          </p:val>
                                        </p:tav>
                                      </p:tavLst>
                                    </p:anim>
                                    <p:anim calcmode="lin" valueType="num">
                                      <p:cBhvr>
                                        <p:cTn id="27" dur="700" fill="hold"/>
                                        <p:tgtEl>
                                          <p:spTgt spid="11"/>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31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310"/>
                                  </p:stCondLst>
                                  <p:childTnLst>
                                    <p:set>
                                      <p:cBhvr>
                                        <p:cTn id="38" dur="1" fill="hold">
                                          <p:stCondLst>
                                            <p:cond delay="0"/>
                                          </p:stCondLst>
                                        </p:cTn>
                                        <p:tgtEl>
                                          <p:spTgt spid="14"/>
                                        </p:tgtEl>
                                        <p:attrNameLst>
                                          <p:attrName>style.visibility</p:attrName>
                                        </p:attrNameLst>
                                      </p:cBhvr>
                                      <p:to>
                                        <p:strVal val="visible"/>
                                      </p:to>
                                    </p:set>
                                    <p:animEffect transition="in" filter="fade">
                                      <p:cBhvr>
                                        <p:cTn id="40" dur="700"/>
                                        <p:tgtEl>
                                          <p:spTgt spid="14"/>
                                        </p:tgtEl>
                                      </p:cBhvr>
                                    </p:animEffect>
                                    <p:anim calcmode="lin" valueType="num">
                                      <p:cBhvr>
                                        <p:cTn id="41" dur="700" fill="hold"/>
                                        <p:tgtEl>
                                          <p:spTgt spid="14"/>
                                        </p:tgtEl>
                                        <p:attrNameLst>
                                          <p:attrName>ppt_x</p:attrName>
                                        </p:attrNameLst>
                                      </p:cBhvr>
                                      <p:tavLst>
                                        <p:tav tm="0">
                                          <p:val>
                                            <p:strVal val="#ppt_x"/>
                                          </p:val>
                                        </p:tav>
                                        <p:tav tm="100000">
                                          <p:val>
                                            <p:strVal val="#ppt_x"/>
                                          </p:val>
                                        </p:tav>
                                      </p:tavLst>
                                    </p:anim>
                                    <p:anim calcmode="lin" valueType="num">
                                      <p:cBhvr>
                                        <p:cTn id="42" dur="700" fill="hold"/>
                                        <p:tgtEl>
                                          <p:spTgt spid="14"/>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Effect transition="in" filter="fade">
                                      <p:cBhvr>
                                        <p:cTn id="45" dur="700"/>
                                        <p:tgtEl>
                                          <p:spTgt spid="15"/>
                                        </p:tgtEl>
                                      </p:cBhvr>
                                    </p:animEffect>
                                    <p:anim calcmode="lin" valueType="num">
                                      <p:cBhvr>
                                        <p:cTn id="46" dur="700" fill="hold"/>
                                        <p:tgtEl>
                                          <p:spTgt spid="15"/>
                                        </p:tgtEl>
                                        <p:attrNameLst>
                                          <p:attrName>ppt_x</p:attrName>
                                        </p:attrNameLst>
                                      </p:cBhvr>
                                      <p:tavLst>
                                        <p:tav tm="0">
                                          <p:val>
                                            <p:strVal val="#ppt_x"/>
                                          </p:val>
                                        </p:tav>
                                        <p:tav tm="100000">
                                          <p:val>
                                            <p:strVal val="#ppt_x"/>
                                          </p:val>
                                        </p:tav>
                                      </p:tavLst>
                                    </p:anim>
                                    <p:anim calcmode="lin" valueType="num">
                                      <p:cBhvr>
                                        <p:cTn id="47" dur="700" fill="hold"/>
                                        <p:tgtEl>
                                          <p:spTgt spid="15"/>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p:cTn id="51" dur="700" fill="hold"/>
                                        <p:tgtEl>
                                          <p:spTgt spid="16"/>
                                        </p:tgtEl>
                                        <p:attrNameLst>
                                          <p:attrName>ppt_x</p:attrName>
                                        </p:attrNameLst>
                                      </p:cBhvr>
                                      <p:tavLst>
                                        <p:tav tm="0">
                                          <p:val>
                                            <p:strVal val="#ppt_x"/>
                                          </p:val>
                                        </p:tav>
                                        <p:tav tm="100000">
                                          <p:val>
                                            <p:strVal val="#ppt_x"/>
                                          </p:val>
                                        </p:tav>
                                      </p:tavLst>
                                    </p:anim>
                                    <p:anim calcmode="lin" valueType="num">
                                      <p:cBhvr>
                                        <p:cTn id="52" dur="700" fill="hold"/>
                                        <p:tgtEl>
                                          <p:spTgt spid="16"/>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Effect transition="in" filter="fade">
                                      <p:cBhvr>
                                        <p:cTn id="55" dur="700"/>
                                        <p:tgtEl>
                                          <p:spTgt spid="17"/>
                                        </p:tgtEl>
                                      </p:cBhvr>
                                    </p:animEffect>
                                    <p:anim calcmode="lin" valueType="num">
                                      <p:cBhvr>
                                        <p:cTn id="56" dur="700" fill="hold"/>
                                        <p:tgtEl>
                                          <p:spTgt spid="17"/>
                                        </p:tgtEl>
                                        <p:attrNameLst>
                                          <p:attrName>ppt_x</p:attrName>
                                        </p:attrNameLst>
                                      </p:cBhvr>
                                      <p:tavLst>
                                        <p:tav tm="0">
                                          <p:val>
                                            <p:strVal val="#ppt_x"/>
                                          </p:val>
                                        </p:tav>
                                        <p:tav tm="100000">
                                          <p:val>
                                            <p:strVal val="#ppt_x"/>
                                          </p:val>
                                        </p:tav>
                                      </p:tavLst>
                                    </p:anim>
                                    <p:anim calcmode="lin" valueType="num">
                                      <p:cBhvr>
                                        <p:cTn id="57" dur="700" fill="hold"/>
                                        <p:tgtEl>
                                          <p:spTgt spid="17"/>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47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470"/>
                                  </p:stCondLst>
                                  <p:childTnLst>
                                    <p:set>
                                      <p:cBhvr>
                                        <p:cTn id="63" dur="1" fill="hold">
                                          <p:stCondLst>
                                            <p:cond delay="0"/>
                                          </p:stCondLst>
                                        </p:cTn>
                                        <p:tgtEl>
                                          <p:spTgt spid="19"/>
                                        </p:tgtEl>
                                        <p:attrNameLst>
                                          <p:attrName>style.visibility</p:attrName>
                                        </p:attrNameLst>
                                      </p:cBhvr>
                                      <p:to>
                                        <p:strVal val="visible"/>
                                      </p:to>
                                    </p:set>
                                    <p:animEffect transition="in" filter="fade">
                                      <p:cBhvr>
                                        <p:cTn id="65" dur="700"/>
                                        <p:tgtEl>
                                          <p:spTgt spid="19"/>
                                        </p:tgtEl>
                                      </p:cBhvr>
                                    </p:animEffect>
                                    <p:anim calcmode="lin" valueType="num">
                                      <p:cBhvr>
                                        <p:cTn id="66" dur="700" fill="hold"/>
                                        <p:tgtEl>
                                          <p:spTgt spid="19"/>
                                        </p:tgtEl>
                                        <p:attrNameLst>
                                          <p:attrName>ppt_x</p:attrName>
                                        </p:attrNameLst>
                                      </p:cBhvr>
                                      <p:tavLst>
                                        <p:tav tm="0">
                                          <p:val>
                                            <p:strVal val="#ppt_x"/>
                                          </p:val>
                                        </p:tav>
                                        <p:tav tm="100000">
                                          <p:val>
                                            <p:strVal val="#ppt_x"/>
                                          </p:val>
                                        </p:tav>
                                      </p:tavLst>
                                    </p:anim>
                                    <p:anim calcmode="lin" valueType="num">
                                      <p:cBhvr>
                                        <p:cTn id="67" dur="700" fill="hold"/>
                                        <p:tgtEl>
                                          <p:spTgt spid="19"/>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470"/>
                                  </p:stCondLst>
                                  <p:childTnLst>
                                    <p:set>
                                      <p:cBhvr>
                                        <p:cTn id="68" dur="1" fill="hold">
                                          <p:stCondLst>
                                            <p:cond delay="0"/>
                                          </p:stCondLst>
                                        </p:cTn>
                                        <p:tgtEl>
                                          <p:spTgt spid="20"/>
                                        </p:tgtEl>
                                        <p:attrNameLst>
                                          <p:attrName>style.visibility</p:attrName>
                                        </p:attrNameLst>
                                      </p:cBhvr>
                                      <p:to>
                                        <p:strVal val="visible"/>
                                      </p:to>
                                    </p:set>
                                    <p:animEffect transition="in" filter="fade">
                                      <p:cBhvr>
                                        <p:cTn id="70" dur="700"/>
                                        <p:tgtEl>
                                          <p:spTgt spid="20"/>
                                        </p:tgtEl>
                                      </p:cBhvr>
                                    </p:animEffect>
                                    <p:anim calcmode="lin" valueType="num">
                                      <p:cBhvr>
                                        <p:cTn id="71" dur="700" fill="hold"/>
                                        <p:tgtEl>
                                          <p:spTgt spid="20"/>
                                        </p:tgtEl>
                                        <p:attrNameLst>
                                          <p:attrName>ppt_x</p:attrName>
                                        </p:attrNameLst>
                                      </p:cBhvr>
                                      <p:tavLst>
                                        <p:tav tm="0">
                                          <p:val>
                                            <p:strVal val="#ppt_x"/>
                                          </p:val>
                                        </p:tav>
                                        <p:tav tm="100000">
                                          <p:val>
                                            <p:strVal val="#ppt_x"/>
                                          </p:val>
                                        </p:tav>
                                      </p:tavLst>
                                    </p:anim>
                                    <p:anim calcmode="lin" valueType="num">
                                      <p:cBhvr>
                                        <p:cTn id="72" dur="700" fill="hold"/>
                                        <p:tgtEl>
                                          <p:spTgt spid="20"/>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47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Effect transition="in" filter="fade">
                                      <p:cBhvr>
                                        <p:cTn id="80" dur="700"/>
                                        <p:tgtEl>
                                          <p:spTgt spid="22"/>
                                        </p:tgtEl>
                                      </p:cBhvr>
                                    </p:animEffect>
                                    <p:anim calcmode="lin" valueType="num">
                                      <p:cBhvr>
                                        <p:cTn id="81" dur="700" fill="hold"/>
                                        <p:tgtEl>
                                          <p:spTgt spid="22"/>
                                        </p:tgtEl>
                                        <p:attrNameLst>
                                          <p:attrName>ppt_x</p:attrName>
                                        </p:attrNameLst>
                                      </p:cBhvr>
                                      <p:tavLst>
                                        <p:tav tm="0">
                                          <p:val>
                                            <p:strVal val="#ppt_x"/>
                                          </p:val>
                                        </p:tav>
                                        <p:tav tm="100000">
                                          <p:val>
                                            <p:strVal val="#ppt_x"/>
                                          </p:val>
                                        </p:tav>
                                      </p:tavLst>
                                    </p:anim>
                                    <p:anim calcmode="lin" valueType="num">
                                      <p:cBhvr>
                                        <p:cTn id="82" dur="7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630"/>
                                  </p:stCondLst>
                                  <p:childTnLst>
                                    <p:set>
                                      <p:cBhvr>
                                        <p:cTn id="83" dur="1" fill="hold">
                                          <p:stCondLst>
                                            <p:cond delay="0"/>
                                          </p:stCondLst>
                                        </p:cTn>
                                        <p:tgtEl>
                                          <p:spTgt spid="23"/>
                                        </p:tgtEl>
                                        <p:attrNameLst>
                                          <p:attrName>style.visibility</p:attrName>
                                        </p:attrNameLst>
                                      </p:cBhvr>
                                      <p:to>
                                        <p:strVal val="visible"/>
                                      </p:to>
                                    </p:set>
                                    <p:animEffect transition="in" filter="fade">
                                      <p:cBhvr>
                                        <p:cTn id="85" dur="700"/>
                                        <p:tgtEl>
                                          <p:spTgt spid="23"/>
                                        </p:tgtEl>
                                      </p:cBhvr>
                                    </p:animEffect>
                                    <p:anim calcmode="lin" valueType="num">
                                      <p:cBhvr>
                                        <p:cTn id="86" dur="700" fill="hold"/>
                                        <p:tgtEl>
                                          <p:spTgt spid="23"/>
                                        </p:tgtEl>
                                        <p:attrNameLst>
                                          <p:attrName>ppt_x</p:attrName>
                                        </p:attrNameLst>
                                      </p:cBhvr>
                                      <p:tavLst>
                                        <p:tav tm="0">
                                          <p:val>
                                            <p:strVal val="#ppt_x"/>
                                          </p:val>
                                        </p:tav>
                                        <p:tav tm="100000">
                                          <p:val>
                                            <p:strVal val="#ppt_x"/>
                                          </p:val>
                                        </p:tav>
                                      </p:tavLst>
                                    </p:anim>
                                    <p:anim calcmode="lin" valueType="num">
                                      <p:cBhvr>
                                        <p:cTn id="87" dur="700" fill="hold"/>
                                        <p:tgtEl>
                                          <p:spTgt spid="23"/>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630"/>
                                  </p:stCondLst>
                                  <p:childTnLst>
                                    <p:set>
                                      <p:cBhvr>
                                        <p:cTn id="88" dur="1" fill="hold">
                                          <p:stCondLst>
                                            <p:cond delay="0"/>
                                          </p:stCondLst>
                                        </p:cTn>
                                        <p:tgtEl>
                                          <p:spTgt spid="24"/>
                                        </p:tgtEl>
                                        <p:attrNameLst>
                                          <p:attrName>style.visibility</p:attrName>
                                        </p:attrNameLst>
                                      </p:cBhvr>
                                      <p:to>
                                        <p:strVal val="visible"/>
                                      </p:to>
                                    </p:set>
                                    <p:animEffect transition="in" filter="fade">
                                      <p:cBhvr>
                                        <p:cTn id="90" dur="700"/>
                                        <p:tgtEl>
                                          <p:spTgt spid="24"/>
                                        </p:tgtEl>
                                      </p:cBhvr>
                                    </p:animEffect>
                                    <p:anim calcmode="lin" valueType="num">
                                      <p:cBhvr>
                                        <p:cTn id="91" dur="700" fill="hold"/>
                                        <p:tgtEl>
                                          <p:spTgt spid="24"/>
                                        </p:tgtEl>
                                        <p:attrNameLst>
                                          <p:attrName>ppt_x</p:attrName>
                                        </p:attrNameLst>
                                      </p:cBhvr>
                                      <p:tavLst>
                                        <p:tav tm="0">
                                          <p:val>
                                            <p:strVal val="#ppt_x"/>
                                          </p:val>
                                        </p:tav>
                                        <p:tav tm="100000">
                                          <p:val>
                                            <p:strVal val="#ppt_x"/>
                                          </p:val>
                                        </p:tav>
                                      </p:tavLst>
                                    </p:anim>
                                    <p:anim calcmode="lin" valueType="num">
                                      <p:cBhvr>
                                        <p:cTn id="92" dur="700" fill="hold"/>
                                        <p:tgtEl>
                                          <p:spTgt spid="24"/>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630"/>
                                  </p:stCondLst>
                                  <p:childTnLst>
                                    <p:set>
                                      <p:cBhvr>
                                        <p:cTn id="93" dur="1" fill="hold">
                                          <p:stCondLst>
                                            <p:cond delay="0"/>
                                          </p:stCondLst>
                                        </p:cTn>
                                        <p:tgtEl>
                                          <p:spTgt spid="25"/>
                                        </p:tgtEl>
                                        <p:attrNameLst>
                                          <p:attrName>style.visibility</p:attrName>
                                        </p:attrNameLst>
                                      </p:cBhvr>
                                      <p:to>
                                        <p:strVal val="visible"/>
                                      </p:to>
                                    </p:set>
                                    <p:animEffect transition="in" filter="fade">
                                      <p:cBhvr>
                                        <p:cTn id="95" dur="700"/>
                                        <p:tgtEl>
                                          <p:spTgt spid="25"/>
                                        </p:tgtEl>
                                      </p:cBhvr>
                                    </p:animEffect>
                                    <p:anim calcmode="lin" valueType="num">
                                      <p:cBhvr>
                                        <p:cTn id="96" dur="700" fill="hold"/>
                                        <p:tgtEl>
                                          <p:spTgt spid="25"/>
                                        </p:tgtEl>
                                        <p:attrNameLst>
                                          <p:attrName>ppt_x</p:attrName>
                                        </p:attrNameLst>
                                      </p:cBhvr>
                                      <p:tavLst>
                                        <p:tav tm="0">
                                          <p:val>
                                            <p:strVal val="#ppt_x"/>
                                          </p:val>
                                        </p:tav>
                                        <p:tav tm="100000">
                                          <p:val>
                                            <p:strVal val="#ppt_x"/>
                                          </p:val>
                                        </p:tav>
                                      </p:tavLst>
                                    </p:anim>
                                    <p:anim calcmode="lin" valueType="num">
                                      <p:cBhvr>
                                        <p:cTn id="97" dur="700" fill="hold"/>
                                        <p:tgtEl>
                                          <p:spTgt spid="25"/>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63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63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63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10" dur="700"/>
                                        <p:tgtEl>
                                          <p:spTgt spid="28"/>
                                        </p:tgtEl>
                                      </p:cBhvr>
                                    </p:animEffect>
                                    <p:anim calcmode="lin" valueType="num">
                                      <p:cBhvr>
                                        <p:cTn id="111" dur="700" fill="hold"/>
                                        <p:tgtEl>
                                          <p:spTgt spid="28"/>
                                        </p:tgtEl>
                                        <p:attrNameLst>
                                          <p:attrName>ppt_x</p:attrName>
                                        </p:attrNameLst>
                                      </p:cBhvr>
                                      <p:tavLst>
                                        <p:tav tm="0">
                                          <p:val>
                                            <p:strVal val="#ppt_x"/>
                                          </p:val>
                                        </p:tav>
                                        <p:tav tm="100000">
                                          <p:val>
                                            <p:strVal val="#ppt_x"/>
                                          </p:val>
                                        </p:tav>
                                      </p:tavLst>
                                    </p:anim>
                                    <p:anim calcmode="lin" valueType="num">
                                      <p:cBhvr>
                                        <p:cTn id="112" dur="700" fill="hold"/>
                                        <p:tgtEl>
                                          <p:spTgt spid="28"/>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79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5" dur="700"/>
                                        <p:tgtEl>
                                          <p:spTgt spid="29"/>
                                        </p:tgtEl>
                                      </p:cBhvr>
                                    </p:animEffect>
                                    <p:anim calcmode="lin" valueType="num">
                                      <p:cBhvr>
                                        <p:cTn id="116" dur="700" fill="hold"/>
                                        <p:tgtEl>
                                          <p:spTgt spid="29"/>
                                        </p:tgtEl>
                                        <p:attrNameLst>
                                          <p:attrName>ppt_x</p:attrName>
                                        </p:attrNameLst>
                                      </p:cBhvr>
                                      <p:tavLst>
                                        <p:tav tm="0">
                                          <p:val>
                                            <p:strVal val="#ppt_x"/>
                                          </p:val>
                                        </p:tav>
                                        <p:tav tm="100000">
                                          <p:val>
                                            <p:strVal val="#ppt_x"/>
                                          </p:val>
                                        </p:tav>
                                      </p:tavLst>
                                    </p:anim>
                                    <p:anim calcmode="lin" valueType="num">
                                      <p:cBhvr>
                                        <p:cTn id="117" dur="700" fill="hold"/>
                                        <p:tgtEl>
                                          <p:spTgt spid="29"/>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79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20" dur="700"/>
                                        <p:tgtEl>
                                          <p:spTgt spid="30"/>
                                        </p:tgtEl>
                                      </p:cBhvr>
                                    </p:animEffect>
                                    <p:anim calcmode="lin" valueType="num">
                                      <p:cBhvr>
                                        <p:cTn id="121" dur="700" fill="hold"/>
                                        <p:tgtEl>
                                          <p:spTgt spid="30"/>
                                        </p:tgtEl>
                                        <p:attrNameLst>
                                          <p:attrName>ppt_x</p:attrName>
                                        </p:attrNameLst>
                                      </p:cBhvr>
                                      <p:tavLst>
                                        <p:tav tm="0">
                                          <p:val>
                                            <p:strVal val="#ppt_x"/>
                                          </p:val>
                                        </p:tav>
                                        <p:tav tm="100000">
                                          <p:val>
                                            <p:strVal val="#ppt_x"/>
                                          </p:val>
                                        </p:tav>
                                      </p:tavLst>
                                    </p:anim>
                                    <p:anim calcmode="lin" valueType="num">
                                      <p:cBhvr>
                                        <p:cTn id="122" dur="700" fill="hold"/>
                                        <p:tgtEl>
                                          <p:spTgt spid="30"/>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79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5" dur="700"/>
                                        <p:tgtEl>
                                          <p:spTgt spid="31"/>
                                        </p:tgtEl>
                                      </p:cBhvr>
                                    </p:animEffect>
                                    <p:anim calcmode="lin" valueType="num">
                                      <p:cBhvr>
                                        <p:cTn id="126" dur="700" fill="hold"/>
                                        <p:tgtEl>
                                          <p:spTgt spid="31"/>
                                        </p:tgtEl>
                                        <p:attrNameLst>
                                          <p:attrName>ppt_x</p:attrName>
                                        </p:attrNameLst>
                                      </p:cBhvr>
                                      <p:tavLst>
                                        <p:tav tm="0">
                                          <p:val>
                                            <p:strVal val="#ppt_x"/>
                                          </p:val>
                                        </p:tav>
                                        <p:tav tm="100000">
                                          <p:val>
                                            <p:strVal val="#ppt_x"/>
                                          </p:val>
                                        </p:tav>
                                      </p:tavLst>
                                    </p:anim>
                                    <p:anim calcmode="lin" valueType="num">
                                      <p:cBhvr>
                                        <p:cTn id="127" dur="70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79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30" dur="700"/>
                                        <p:tgtEl>
                                          <p:spTgt spid="32"/>
                                        </p:tgtEl>
                                      </p:cBhvr>
                                    </p:animEffect>
                                    <p:anim calcmode="lin" valueType="num">
                                      <p:cBhvr>
                                        <p:cTn id="131" dur="700" fill="hold"/>
                                        <p:tgtEl>
                                          <p:spTgt spid="32"/>
                                        </p:tgtEl>
                                        <p:attrNameLst>
                                          <p:attrName>ppt_x</p:attrName>
                                        </p:attrNameLst>
                                      </p:cBhvr>
                                      <p:tavLst>
                                        <p:tav tm="0">
                                          <p:val>
                                            <p:strVal val="#ppt_x"/>
                                          </p:val>
                                        </p:tav>
                                        <p:tav tm="100000">
                                          <p:val>
                                            <p:strVal val="#ppt_x"/>
                                          </p:val>
                                        </p:tav>
                                      </p:tavLst>
                                    </p:anim>
                                    <p:anim calcmode="lin" valueType="num">
                                      <p:cBhvr>
                                        <p:cTn id="132" dur="700" fill="hold"/>
                                        <p:tgtEl>
                                          <p:spTgt spid="32"/>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79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5" dur="700"/>
                                        <p:tgtEl>
                                          <p:spTgt spid="33"/>
                                        </p:tgtEl>
                                      </p:cBhvr>
                                    </p:animEffect>
                                    <p:anim calcmode="lin" valueType="num">
                                      <p:cBhvr>
                                        <p:cTn id="136" dur="700" fill="hold"/>
                                        <p:tgtEl>
                                          <p:spTgt spid="33"/>
                                        </p:tgtEl>
                                        <p:attrNameLst>
                                          <p:attrName>ppt_x</p:attrName>
                                        </p:attrNameLst>
                                      </p:cBhvr>
                                      <p:tavLst>
                                        <p:tav tm="0">
                                          <p:val>
                                            <p:strVal val="#ppt_x"/>
                                          </p:val>
                                        </p:tav>
                                        <p:tav tm="100000">
                                          <p:val>
                                            <p:strVal val="#ppt_x"/>
                                          </p:val>
                                        </p:tav>
                                      </p:tavLst>
                                    </p:anim>
                                    <p:anim calcmode="lin" valueType="num">
                                      <p:cBhvr>
                                        <p:cTn id="137" dur="700" fill="hold"/>
                                        <p:tgtEl>
                                          <p:spTgt spid="33"/>
                                        </p:tgtEl>
                                        <p:attrNameLst>
                                          <p:attrName>ppt_y</p:attrName>
                                        </p:attrNameLst>
                                      </p:cBhvr>
                                      <p:tavLst>
                                        <p:tav tm="0">
                                          <p:val>
                                            <p:strVal val="#ppt_y+.06"/>
                                          </p:val>
                                        </p:tav>
                                        <p:tav tm="100000">
                                          <p:val>
                                            <p:strVal val="#ppt_y"/>
                                          </p:val>
                                        </p:tav>
                                      </p:tavLst>
                                    </p:anim>
                                  </p:childTnLst>
                                </p:cTn>
                              </p:par>
                              <p:par>
                                <p:cTn id="139" presetID="42" presetClass="entr" presetSubtype="0" fill="hold" grpId="0" nodeType="withEffect">
                                  <p:stCondLst>
                                    <p:cond delay="790"/>
                                  </p:stCondLst>
                                  <p:childTnLst>
                                    <p:set>
                                      <p:cBhvr>
                                        <p:cTn id="138" dur="1" fill="hold">
                                          <p:stCondLst>
                                            <p:cond delay="0"/>
                                          </p:stCondLst>
                                        </p:cTn>
                                        <p:tgtEl>
                                          <p:spTgt spid="34"/>
                                        </p:tgtEl>
                                        <p:attrNameLst>
                                          <p:attrName>style.visibility</p:attrName>
                                        </p:attrNameLst>
                                      </p:cBhvr>
                                      <p:to>
                                        <p:strVal val="visible"/>
                                      </p:to>
                                    </p:set>
                                    <p:animEffect transition="in" filter="fade">
                                      <p:cBhvr>
                                        <p:cTn id="140" dur="700"/>
                                        <p:tgtEl>
                                          <p:spTgt spid="34"/>
                                        </p:tgtEl>
                                      </p:cBhvr>
                                    </p:animEffect>
                                    <p:anim calcmode="lin" valueType="num">
                                      <p:cBhvr>
                                        <p:cTn id="141" dur="700" fill="hold"/>
                                        <p:tgtEl>
                                          <p:spTgt spid="34"/>
                                        </p:tgtEl>
                                        <p:attrNameLst>
                                          <p:attrName>ppt_x</p:attrName>
                                        </p:attrNameLst>
                                      </p:cBhvr>
                                      <p:tavLst>
                                        <p:tav tm="0">
                                          <p:val>
                                            <p:strVal val="#ppt_x"/>
                                          </p:val>
                                        </p:tav>
                                        <p:tav tm="100000">
                                          <p:val>
                                            <p:strVal val="#ppt_x"/>
                                          </p:val>
                                        </p:tav>
                                      </p:tavLst>
                                    </p:anim>
                                    <p:anim calcmode="lin" valueType="num">
                                      <p:cBhvr>
                                        <p:cTn id="142" dur="700" fill="hold"/>
                                        <p:tgtEl>
                                          <p:spTgt spid="34"/>
                                        </p:tgtEl>
                                        <p:attrNameLst>
                                          <p:attrName>ppt_y</p:attrName>
                                        </p:attrNameLst>
                                      </p:cBhvr>
                                      <p:tavLst>
                                        <p:tav tm="0">
                                          <p:val>
                                            <p:strVal val="#ppt_y+.06"/>
                                          </p:val>
                                        </p:tav>
                                        <p:tav tm="100000">
                                          <p:val>
                                            <p:strVal val="#ppt_y"/>
                                          </p:val>
                                        </p:tav>
                                      </p:tavLst>
                                    </p:anim>
                                  </p:childTnLst>
                                </p:cTn>
                              </p:par>
                              <p:par>
                                <p:cTn id="144" presetID="42" presetClass="entr" presetSubtype="0" fill="hold" grpId="0" nodeType="withEffect">
                                  <p:stCondLst>
                                    <p:cond delay="79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5" dur="700"/>
                                        <p:tgtEl>
                                          <p:spTgt spid="35"/>
                                        </p:tgtEl>
                                      </p:cBhvr>
                                    </p:animEffect>
                                    <p:anim calcmode="lin" valueType="num">
                                      <p:cBhvr>
                                        <p:cTn id="146" dur="700" fill="hold"/>
                                        <p:tgtEl>
                                          <p:spTgt spid="35"/>
                                        </p:tgtEl>
                                        <p:attrNameLst>
                                          <p:attrName>ppt_x</p:attrName>
                                        </p:attrNameLst>
                                      </p:cBhvr>
                                      <p:tavLst>
                                        <p:tav tm="0">
                                          <p:val>
                                            <p:strVal val="#ppt_x"/>
                                          </p:val>
                                        </p:tav>
                                        <p:tav tm="100000">
                                          <p:val>
                                            <p:strVal val="#ppt_x"/>
                                          </p:val>
                                        </p:tav>
                                      </p:tavLst>
                                    </p:anim>
                                    <p:anim calcmode="lin" valueType="num">
                                      <p:cBhvr>
                                        <p:cTn id="147" dur="700" fill="hold"/>
                                        <p:tgtEl>
                                          <p:spTgt spid="35"/>
                                        </p:tgtEl>
                                        <p:attrNameLst>
                                          <p:attrName>ppt_y</p:attrName>
                                        </p:attrNameLst>
                                      </p:cBhvr>
                                      <p:tavLst>
                                        <p:tav tm="0">
                                          <p:val>
                                            <p:strVal val="#ppt_y+.06"/>
                                          </p:val>
                                        </p:tav>
                                        <p:tav tm="100000">
                                          <p:val>
                                            <p:strVal val="#ppt_y"/>
                                          </p:val>
                                        </p:tav>
                                      </p:tavLst>
                                    </p:anim>
                                  </p:childTnLst>
                                </p:cTn>
                              </p:par>
                              <p:par>
                                <p:cTn id="149" presetID="42" presetClass="entr" presetSubtype="0" fill="hold" grpId="0" nodeType="withEffect">
                                  <p:stCondLst>
                                    <p:cond delay="111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50" dur="700"/>
                                        <p:tgtEl>
                                          <p:spTgt spid="36"/>
                                        </p:tgtEl>
                                      </p:cBhvr>
                                    </p:animEffect>
                                    <p:anim calcmode="lin" valueType="num">
                                      <p:cBhvr>
                                        <p:cTn id="151" dur="700" fill="hold"/>
                                        <p:tgtEl>
                                          <p:spTgt spid="36"/>
                                        </p:tgtEl>
                                        <p:attrNameLst>
                                          <p:attrName>ppt_x</p:attrName>
                                        </p:attrNameLst>
                                      </p:cBhvr>
                                      <p:tavLst>
                                        <p:tav tm="0">
                                          <p:val>
                                            <p:strVal val="#ppt_x"/>
                                          </p:val>
                                        </p:tav>
                                        <p:tav tm="100000">
                                          <p:val>
                                            <p:strVal val="#ppt_x"/>
                                          </p:val>
                                        </p:tav>
                                      </p:tavLst>
                                    </p:anim>
                                    <p:anim calcmode="lin" valueType="num">
                                      <p:cBhvr>
                                        <p:cTn id="152" dur="700" fill="hold"/>
                                        <p:tgtEl>
                                          <p:spTgt spid="3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969939" y="-940090"/>
            <a:ext cx="4419168" cy="4419168"/>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51248" y="1345206"/>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771358" y="4439683"/>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Tools and Technologies</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OUR STACK</a:t>
            </a:r>
            <a:endParaRPr lang="en-US" sz="1300" dirty="0"/>
          </a:p>
        </p:txBody>
      </p:sp>
      <p:sp>
        <p:nvSpPr>
          <p:cNvPr id="8" name="tv|rise|1|"/>
          <p:cNvSpPr/>
          <p:nvPr/>
        </p:nvSpPr>
        <p:spPr>
          <a:xfrm>
            <a:off x="548640" y="1600200"/>
            <a:ext cx="2606040" cy="2103120"/>
          </a:xfrm>
          <a:prstGeom prst="roundRect">
            <a:avLst>
              <a:gd name="adj" fmla="val 608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9" name="tv|zoom|1|badge"/>
          <p:cNvSpPr/>
          <p:nvPr/>
        </p:nvSpPr>
        <p:spPr>
          <a:xfrm>
            <a:off x="777240" y="1828800"/>
            <a:ext cx="603504" cy="60350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0"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10011" y="1961571"/>
            <a:ext cx="337962" cy="337962"/>
          </a:xfrm>
          <a:prstGeom prst="rect">
            <a:avLst/>
          </a:prstGeom>
        </p:spPr>
      </p:pic>
      <p:sp>
        <p:nvSpPr>
          <p:cNvPr id="11" name="tv|rise|1|"/>
          <p:cNvSpPr txBox="1"/>
          <p:nvPr/>
        </p:nvSpPr>
        <p:spPr>
          <a:xfrm>
            <a:off x="1517904" y="1828800"/>
            <a:ext cx="1554480" cy="603504"/>
          </a:xfrm>
          <a:prstGeom prst="rect">
            <a:avLst/>
          </a:prstGeom>
          <a:noFill/>
          <a:ln/>
        </p:spPr>
        <p:txBody>
          <a:bodyPr wrap="square" lIns="0" tIns="0" rIns="0" bIns="0" rtlCol="0" anchor="ctr"/>
          <a:lstStyle/>
          <a:p>
            <a:pPr indent="0" marL="0">
              <a:buNone/>
            </a:pPr>
            <a:r>
              <a:rPr lang="en-US" sz="1600" b="1" dirty="0">
                <a:solidFill>
                  <a:srgbClr val="EEFBFF"/>
                </a:solidFill>
              </a:rPr>
              <a:t>Frontend</a:t>
            </a:r>
            <a:endParaRPr lang="en-US" sz="1600" dirty="0"/>
          </a:p>
        </p:txBody>
      </p:sp>
      <p:sp>
        <p:nvSpPr>
          <p:cNvPr id="12" name="tv|rise|1|"/>
          <p:cNvSpPr txBox="1"/>
          <p:nvPr/>
        </p:nvSpPr>
        <p:spPr>
          <a:xfrm>
            <a:off x="777240" y="2587752"/>
            <a:ext cx="2194560" cy="1005840"/>
          </a:xfrm>
          <a:prstGeom prst="rect">
            <a:avLst/>
          </a:prstGeom>
          <a:noFill/>
          <a:ln/>
        </p:spPr>
        <p:txBody>
          <a:bodyPr wrap="square" lIns="0" tIns="0" rIns="0" bIns="0" rtlCol="0" anchor="t"/>
          <a:lstStyle/>
          <a:p>
            <a:pPr indent="0" marL="0">
              <a:buNone/>
            </a:pPr>
            <a:r>
              <a:rPr lang="en-US" sz="1400" dirty="0">
                <a:solidFill>
                  <a:srgbClr val="9FC4CF"/>
                </a:solidFill>
              </a:rPr>
              <a:t>React 19, Vite, Tailwind CSS, shadcn/ui and Three.js for 3D</a:t>
            </a:r>
            <a:endParaRPr lang="en-US" sz="1400" dirty="0"/>
          </a:p>
        </p:txBody>
      </p:sp>
      <p:sp>
        <p:nvSpPr>
          <p:cNvPr id="13" name="tv|rise|2|"/>
          <p:cNvSpPr/>
          <p:nvPr/>
        </p:nvSpPr>
        <p:spPr>
          <a:xfrm>
            <a:off x="3377794" y="1600200"/>
            <a:ext cx="2606040" cy="2103120"/>
          </a:xfrm>
          <a:prstGeom prst="roundRect">
            <a:avLst>
              <a:gd name="adj" fmla="val 608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4" name="tv|zoom|2|badge"/>
          <p:cNvSpPr/>
          <p:nvPr/>
        </p:nvSpPr>
        <p:spPr>
          <a:xfrm>
            <a:off x="3606394" y="1828800"/>
            <a:ext cx="603504" cy="60350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5"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739164" y="1961571"/>
            <a:ext cx="337962" cy="337962"/>
          </a:xfrm>
          <a:prstGeom prst="rect">
            <a:avLst/>
          </a:prstGeom>
        </p:spPr>
      </p:pic>
      <p:sp>
        <p:nvSpPr>
          <p:cNvPr id="16" name="tv|rise|2|"/>
          <p:cNvSpPr txBox="1"/>
          <p:nvPr/>
        </p:nvSpPr>
        <p:spPr>
          <a:xfrm>
            <a:off x="4347058" y="1828800"/>
            <a:ext cx="1554480" cy="603504"/>
          </a:xfrm>
          <a:prstGeom prst="rect">
            <a:avLst/>
          </a:prstGeom>
          <a:noFill/>
          <a:ln/>
        </p:spPr>
        <p:txBody>
          <a:bodyPr wrap="square" lIns="0" tIns="0" rIns="0" bIns="0" rtlCol="0" anchor="ctr"/>
          <a:lstStyle/>
          <a:p>
            <a:pPr indent="0" marL="0">
              <a:buNone/>
            </a:pPr>
            <a:r>
              <a:rPr lang="en-US" sz="1600" b="1" dirty="0">
                <a:solidFill>
                  <a:srgbClr val="EEFBFF"/>
                </a:solidFill>
              </a:rPr>
              <a:t>Backend</a:t>
            </a:r>
            <a:endParaRPr lang="en-US" sz="1600" dirty="0"/>
          </a:p>
        </p:txBody>
      </p:sp>
      <p:sp>
        <p:nvSpPr>
          <p:cNvPr id="17" name="tv|rise|2|"/>
          <p:cNvSpPr txBox="1"/>
          <p:nvPr/>
        </p:nvSpPr>
        <p:spPr>
          <a:xfrm>
            <a:off x="3606394" y="2587752"/>
            <a:ext cx="2194560" cy="1005840"/>
          </a:xfrm>
          <a:prstGeom prst="rect">
            <a:avLst/>
          </a:prstGeom>
          <a:noFill/>
          <a:ln/>
        </p:spPr>
        <p:txBody>
          <a:bodyPr wrap="square" lIns="0" tIns="0" rIns="0" bIns="0" rtlCol="0" anchor="t"/>
          <a:lstStyle/>
          <a:p>
            <a:pPr indent="0" marL="0">
              <a:buNone/>
            </a:pPr>
            <a:r>
              <a:rPr lang="en-US" sz="1400" dirty="0">
                <a:solidFill>
                  <a:srgbClr val="9FC4CF"/>
                </a:solidFill>
              </a:rPr>
              <a:t>Node.js with an Express 5 REST API</a:t>
            </a:r>
            <a:endParaRPr lang="en-US" sz="1400" dirty="0"/>
          </a:p>
        </p:txBody>
      </p:sp>
      <p:sp>
        <p:nvSpPr>
          <p:cNvPr id="18" name="tv|rise|3|"/>
          <p:cNvSpPr/>
          <p:nvPr/>
        </p:nvSpPr>
        <p:spPr>
          <a:xfrm>
            <a:off x="6206947" y="1600200"/>
            <a:ext cx="2606040" cy="2103120"/>
          </a:xfrm>
          <a:prstGeom prst="roundRect">
            <a:avLst>
              <a:gd name="adj" fmla="val 608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9" name="tv|zoom|3|badge"/>
          <p:cNvSpPr/>
          <p:nvPr/>
        </p:nvSpPr>
        <p:spPr>
          <a:xfrm>
            <a:off x="6435547" y="1828800"/>
            <a:ext cx="603504" cy="60350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20"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68318" y="1961571"/>
            <a:ext cx="337962" cy="337962"/>
          </a:xfrm>
          <a:prstGeom prst="rect">
            <a:avLst/>
          </a:prstGeom>
        </p:spPr>
      </p:pic>
      <p:sp>
        <p:nvSpPr>
          <p:cNvPr id="21" name="tv|rise|3|"/>
          <p:cNvSpPr txBox="1"/>
          <p:nvPr/>
        </p:nvSpPr>
        <p:spPr>
          <a:xfrm>
            <a:off x="7176211" y="1828800"/>
            <a:ext cx="1554480" cy="603504"/>
          </a:xfrm>
          <a:prstGeom prst="rect">
            <a:avLst/>
          </a:prstGeom>
          <a:noFill/>
          <a:ln/>
        </p:spPr>
        <p:txBody>
          <a:bodyPr wrap="square" lIns="0" tIns="0" rIns="0" bIns="0" rtlCol="0" anchor="ctr"/>
          <a:lstStyle/>
          <a:p>
            <a:pPr indent="0" marL="0">
              <a:buNone/>
            </a:pPr>
            <a:r>
              <a:rPr lang="en-US" sz="1600" b="1" dirty="0">
                <a:solidFill>
                  <a:srgbClr val="EEFBFF"/>
                </a:solidFill>
              </a:rPr>
              <a:t>Database</a:t>
            </a:r>
            <a:endParaRPr lang="en-US" sz="1600" dirty="0"/>
          </a:p>
        </p:txBody>
      </p:sp>
      <p:sp>
        <p:nvSpPr>
          <p:cNvPr id="22" name="tv|rise|3|"/>
          <p:cNvSpPr txBox="1"/>
          <p:nvPr/>
        </p:nvSpPr>
        <p:spPr>
          <a:xfrm>
            <a:off x="6435547" y="2587752"/>
            <a:ext cx="2194560" cy="1005840"/>
          </a:xfrm>
          <a:prstGeom prst="rect">
            <a:avLst/>
          </a:prstGeom>
          <a:noFill/>
          <a:ln/>
        </p:spPr>
        <p:txBody>
          <a:bodyPr wrap="square" lIns="0" tIns="0" rIns="0" bIns="0" rtlCol="0" anchor="t"/>
          <a:lstStyle/>
          <a:p>
            <a:pPr indent="0" marL="0">
              <a:buNone/>
            </a:pPr>
            <a:r>
              <a:rPr lang="en-US" sz="1400" dirty="0">
                <a:solidFill>
                  <a:srgbClr val="9FC4CF"/>
                </a:solidFill>
              </a:rPr>
              <a:t>MongoDB with Mongoose: users, documents, requests, ledger, audit log</a:t>
            </a:r>
            <a:endParaRPr lang="en-US" sz="1400" dirty="0"/>
          </a:p>
        </p:txBody>
      </p:sp>
      <p:sp>
        <p:nvSpPr>
          <p:cNvPr id="23" name="tv|rise|4|"/>
          <p:cNvSpPr/>
          <p:nvPr/>
        </p:nvSpPr>
        <p:spPr>
          <a:xfrm>
            <a:off x="9036101" y="1600200"/>
            <a:ext cx="2606040" cy="2103120"/>
          </a:xfrm>
          <a:prstGeom prst="roundRect">
            <a:avLst>
              <a:gd name="adj" fmla="val 608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4" name="tv|zoom|4|badge"/>
          <p:cNvSpPr/>
          <p:nvPr/>
        </p:nvSpPr>
        <p:spPr>
          <a:xfrm>
            <a:off x="9264701" y="1828800"/>
            <a:ext cx="603504" cy="60350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25"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397472" y="1961571"/>
            <a:ext cx="337962" cy="337962"/>
          </a:xfrm>
          <a:prstGeom prst="rect">
            <a:avLst/>
          </a:prstGeom>
        </p:spPr>
      </p:pic>
      <p:sp>
        <p:nvSpPr>
          <p:cNvPr id="26" name="tv|rise|4|"/>
          <p:cNvSpPr txBox="1"/>
          <p:nvPr/>
        </p:nvSpPr>
        <p:spPr>
          <a:xfrm>
            <a:off x="10005365" y="1828800"/>
            <a:ext cx="1554480" cy="603504"/>
          </a:xfrm>
          <a:prstGeom prst="rect">
            <a:avLst/>
          </a:prstGeom>
          <a:noFill/>
          <a:ln/>
        </p:spPr>
        <p:txBody>
          <a:bodyPr wrap="square" lIns="0" tIns="0" rIns="0" bIns="0" rtlCol="0" anchor="ctr"/>
          <a:lstStyle/>
          <a:p>
            <a:pPr indent="0" marL="0">
              <a:buNone/>
            </a:pPr>
            <a:r>
              <a:rPr lang="en-US" sz="1600" b="1" dirty="0">
                <a:solidFill>
                  <a:srgbClr val="EEFBFF"/>
                </a:solidFill>
              </a:rPr>
              <a:t>Authentication</a:t>
            </a:r>
            <a:endParaRPr lang="en-US" sz="1600" dirty="0"/>
          </a:p>
        </p:txBody>
      </p:sp>
      <p:sp>
        <p:nvSpPr>
          <p:cNvPr id="27" name="tv|rise|4|"/>
          <p:cNvSpPr txBox="1"/>
          <p:nvPr/>
        </p:nvSpPr>
        <p:spPr>
          <a:xfrm>
            <a:off x="9264701" y="2587752"/>
            <a:ext cx="2194560" cy="1005840"/>
          </a:xfrm>
          <a:prstGeom prst="rect">
            <a:avLst/>
          </a:prstGeom>
          <a:noFill/>
          <a:ln/>
        </p:spPr>
        <p:txBody>
          <a:bodyPr wrap="square" lIns="0" tIns="0" rIns="0" bIns="0" rtlCol="0" anchor="t"/>
          <a:lstStyle/>
          <a:p>
            <a:pPr indent="0" marL="0">
              <a:buNone/>
            </a:pPr>
            <a:r>
              <a:rPr lang="en-US" sz="1400" dirty="0">
                <a:solidFill>
                  <a:srgbClr val="9FC4CF"/>
                </a:solidFill>
              </a:rPr>
              <a:t>bcrypt passwords, email OTP, Google Authenticator (TOTP), JWT</a:t>
            </a:r>
            <a:endParaRPr lang="en-US" sz="1400" dirty="0"/>
          </a:p>
        </p:txBody>
      </p:sp>
      <p:sp>
        <p:nvSpPr>
          <p:cNvPr id="28" name="tv|rise|5|"/>
          <p:cNvSpPr/>
          <p:nvPr/>
        </p:nvSpPr>
        <p:spPr>
          <a:xfrm>
            <a:off x="548640" y="3931920"/>
            <a:ext cx="2606040" cy="2103120"/>
          </a:xfrm>
          <a:prstGeom prst="roundRect">
            <a:avLst>
              <a:gd name="adj" fmla="val 608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9" name="tv|zoom|5|badge"/>
          <p:cNvSpPr/>
          <p:nvPr/>
        </p:nvSpPr>
        <p:spPr>
          <a:xfrm>
            <a:off x="777240" y="4160520"/>
            <a:ext cx="603504" cy="60350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30" name="tv|zoom|5|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10011" y="4293291"/>
            <a:ext cx="337962" cy="337962"/>
          </a:xfrm>
          <a:prstGeom prst="rect">
            <a:avLst/>
          </a:prstGeom>
        </p:spPr>
      </p:pic>
      <p:sp>
        <p:nvSpPr>
          <p:cNvPr id="31" name="tv|rise|5|"/>
          <p:cNvSpPr txBox="1"/>
          <p:nvPr/>
        </p:nvSpPr>
        <p:spPr>
          <a:xfrm>
            <a:off x="1517904" y="4160520"/>
            <a:ext cx="1554480" cy="603504"/>
          </a:xfrm>
          <a:prstGeom prst="rect">
            <a:avLst/>
          </a:prstGeom>
          <a:noFill/>
          <a:ln/>
        </p:spPr>
        <p:txBody>
          <a:bodyPr wrap="square" lIns="0" tIns="0" rIns="0" bIns="0" rtlCol="0" anchor="ctr"/>
          <a:lstStyle/>
          <a:p>
            <a:pPr indent="0" marL="0">
              <a:buNone/>
            </a:pPr>
            <a:r>
              <a:rPr lang="en-US" sz="1600" b="1" dirty="0">
                <a:solidFill>
                  <a:srgbClr val="EEFBFF"/>
                </a:solidFill>
              </a:rPr>
              <a:t>Security</a:t>
            </a:r>
            <a:endParaRPr lang="en-US" sz="1600" dirty="0"/>
          </a:p>
        </p:txBody>
      </p:sp>
      <p:sp>
        <p:nvSpPr>
          <p:cNvPr id="32" name="tv|rise|5|"/>
          <p:cNvSpPr txBox="1"/>
          <p:nvPr/>
        </p:nvSpPr>
        <p:spPr>
          <a:xfrm>
            <a:off x="777240" y="4919472"/>
            <a:ext cx="2194560" cy="1005840"/>
          </a:xfrm>
          <a:prstGeom prst="rect">
            <a:avLst/>
          </a:prstGeom>
          <a:noFill/>
          <a:ln/>
        </p:spPr>
        <p:txBody>
          <a:bodyPr wrap="square" lIns="0" tIns="0" rIns="0" bIns="0" rtlCol="0" anchor="t"/>
          <a:lstStyle/>
          <a:p>
            <a:pPr indent="0" marL="0">
              <a:buNone/>
            </a:pPr>
            <a:r>
              <a:rPr lang="en-US" sz="1400" dirty="0">
                <a:solidFill>
                  <a:srgbClr val="9FC4CF"/>
                </a:solidFill>
              </a:rPr>
              <a:t>AES-256-GCM encryption, SHA-256 ledger, Helmet, rate limiting</a:t>
            </a:r>
            <a:endParaRPr lang="en-US" sz="1400" dirty="0"/>
          </a:p>
        </p:txBody>
      </p:sp>
      <p:sp>
        <p:nvSpPr>
          <p:cNvPr id="33" name="tv|rise|6|"/>
          <p:cNvSpPr/>
          <p:nvPr/>
        </p:nvSpPr>
        <p:spPr>
          <a:xfrm>
            <a:off x="3377794" y="3931920"/>
            <a:ext cx="2606040" cy="2103120"/>
          </a:xfrm>
          <a:prstGeom prst="roundRect">
            <a:avLst>
              <a:gd name="adj" fmla="val 608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4" name="tv|zoom|6|badge"/>
          <p:cNvSpPr/>
          <p:nvPr/>
        </p:nvSpPr>
        <p:spPr>
          <a:xfrm>
            <a:off x="3606394" y="4160520"/>
            <a:ext cx="603504" cy="60350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35" name="tv|zoom|6|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3739164" y="4293291"/>
            <a:ext cx="337962" cy="337962"/>
          </a:xfrm>
          <a:prstGeom prst="rect">
            <a:avLst/>
          </a:prstGeom>
        </p:spPr>
      </p:pic>
      <p:sp>
        <p:nvSpPr>
          <p:cNvPr id="36" name="tv|rise|6|"/>
          <p:cNvSpPr txBox="1"/>
          <p:nvPr/>
        </p:nvSpPr>
        <p:spPr>
          <a:xfrm>
            <a:off x="4347058" y="4160520"/>
            <a:ext cx="1554480" cy="603504"/>
          </a:xfrm>
          <a:prstGeom prst="rect">
            <a:avLst/>
          </a:prstGeom>
          <a:noFill/>
          <a:ln/>
        </p:spPr>
        <p:txBody>
          <a:bodyPr wrap="square" lIns="0" tIns="0" rIns="0" bIns="0" rtlCol="0" anchor="ctr"/>
          <a:lstStyle/>
          <a:p>
            <a:pPr indent="0" marL="0">
              <a:buNone/>
            </a:pPr>
            <a:r>
              <a:rPr lang="en-US" sz="1600" b="1" dirty="0">
                <a:solidFill>
                  <a:srgbClr val="EEFBFF"/>
                </a:solidFill>
              </a:rPr>
              <a:t>Document checks</a:t>
            </a:r>
            <a:endParaRPr lang="en-US" sz="1600" dirty="0"/>
          </a:p>
        </p:txBody>
      </p:sp>
      <p:sp>
        <p:nvSpPr>
          <p:cNvPr id="37" name="tv|rise|6|"/>
          <p:cNvSpPr txBox="1"/>
          <p:nvPr/>
        </p:nvSpPr>
        <p:spPr>
          <a:xfrm>
            <a:off x="3606394" y="4919472"/>
            <a:ext cx="2194560" cy="1005840"/>
          </a:xfrm>
          <a:prstGeom prst="rect">
            <a:avLst/>
          </a:prstGeom>
          <a:noFill/>
          <a:ln/>
        </p:spPr>
        <p:txBody>
          <a:bodyPr wrap="square" lIns="0" tIns="0" rIns="0" bIns="0" rtlCol="0" anchor="t"/>
          <a:lstStyle/>
          <a:p>
            <a:pPr indent="0" marL="0">
              <a:buNone/>
            </a:pPr>
            <a:r>
              <a:rPr lang="en-US" sz="1400" dirty="0">
                <a:solidFill>
                  <a:srgbClr val="9FC4CF"/>
                </a:solidFill>
              </a:rPr>
              <a:t>Tesseract.js OCR, Sharp and pdf-lib for images and PDFs</a:t>
            </a:r>
            <a:endParaRPr lang="en-US" sz="1400" dirty="0"/>
          </a:p>
        </p:txBody>
      </p:sp>
      <p:sp>
        <p:nvSpPr>
          <p:cNvPr id="38" name="tv|rise|7|"/>
          <p:cNvSpPr/>
          <p:nvPr/>
        </p:nvSpPr>
        <p:spPr>
          <a:xfrm>
            <a:off x="6206947" y="3931920"/>
            <a:ext cx="2606040" cy="2103120"/>
          </a:xfrm>
          <a:prstGeom prst="roundRect">
            <a:avLst>
              <a:gd name="adj" fmla="val 608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9" name="tv|zoom|7|badge"/>
          <p:cNvSpPr/>
          <p:nvPr/>
        </p:nvSpPr>
        <p:spPr>
          <a:xfrm>
            <a:off x="6435547" y="4160520"/>
            <a:ext cx="603504" cy="60350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40" name="tv|zoom|7|icon"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6568318" y="4293291"/>
            <a:ext cx="337962" cy="337962"/>
          </a:xfrm>
          <a:prstGeom prst="rect">
            <a:avLst/>
          </a:prstGeom>
        </p:spPr>
      </p:pic>
      <p:sp>
        <p:nvSpPr>
          <p:cNvPr id="41" name="tv|rise|7|"/>
          <p:cNvSpPr txBox="1"/>
          <p:nvPr/>
        </p:nvSpPr>
        <p:spPr>
          <a:xfrm>
            <a:off x="7176211" y="4160520"/>
            <a:ext cx="1554480" cy="603504"/>
          </a:xfrm>
          <a:prstGeom prst="rect">
            <a:avLst/>
          </a:prstGeom>
          <a:noFill/>
          <a:ln/>
        </p:spPr>
        <p:txBody>
          <a:bodyPr wrap="square" lIns="0" tIns="0" rIns="0" bIns="0" rtlCol="0" anchor="ctr"/>
          <a:lstStyle/>
          <a:p>
            <a:pPr indent="0" marL="0">
              <a:buNone/>
            </a:pPr>
            <a:r>
              <a:rPr lang="en-US" sz="1600" b="1" dirty="0">
                <a:solidFill>
                  <a:srgbClr val="EEFBFF"/>
                </a:solidFill>
              </a:rPr>
              <a:t>Deployment</a:t>
            </a:r>
            <a:endParaRPr lang="en-US" sz="1600" dirty="0"/>
          </a:p>
        </p:txBody>
      </p:sp>
      <p:sp>
        <p:nvSpPr>
          <p:cNvPr id="42" name="tv|rise|7|"/>
          <p:cNvSpPr txBox="1"/>
          <p:nvPr/>
        </p:nvSpPr>
        <p:spPr>
          <a:xfrm>
            <a:off x="6435547" y="4919472"/>
            <a:ext cx="2194560" cy="1005840"/>
          </a:xfrm>
          <a:prstGeom prst="rect">
            <a:avLst/>
          </a:prstGeom>
          <a:noFill/>
          <a:ln/>
        </p:spPr>
        <p:txBody>
          <a:bodyPr wrap="square" lIns="0" tIns="0" rIns="0" bIns="0" rtlCol="0" anchor="t"/>
          <a:lstStyle/>
          <a:p>
            <a:pPr indent="0" marL="0">
              <a:buNone/>
            </a:pPr>
            <a:r>
              <a:rPr lang="en-US" sz="1400" dirty="0">
                <a:solidFill>
                  <a:srgbClr val="9FC4CF"/>
                </a:solidFill>
              </a:rPr>
              <a:t>Render hosting, GitHub Actions CI/CD, Capacitor Android app</a:t>
            </a:r>
            <a:endParaRPr lang="en-US" sz="1400" dirty="0"/>
          </a:p>
        </p:txBody>
      </p:sp>
      <p:sp>
        <p:nvSpPr>
          <p:cNvPr id="43" name="tv|rise|8|"/>
          <p:cNvSpPr/>
          <p:nvPr/>
        </p:nvSpPr>
        <p:spPr>
          <a:xfrm>
            <a:off x="9036101" y="3931920"/>
            <a:ext cx="2606040" cy="2103120"/>
          </a:xfrm>
          <a:prstGeom prst="roundRect">
            <a:avLst>
              <a:gd name="adj" fmla="val 608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44" name="tv|zoom|8|badge"/>
          <p:cNvSpPr/>
          <p:nvPr/>
        </p:nvSpPr>
        <p:spPr>
          <a:xfrm>
            <a:off x="9264701" y="4160520"/>
            <a:ext cx="603504" cy="603504"/>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45" name="tv|zoom|8|icon" descr="">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9397472" y="4293291"/>
            <a:ext cx="337962" cy="337962"/>
          </a:xfrm>
          <a:prstGeom prst="rect">
            <a:avLst/>
          </a:prstGeom>
        </p:spPr>
      </p:pic>
      <p:sp>
        <p:nvSpPr>
          <p:cNvPr id="46" name="tv|rise|8|"/>
          <p:cNvSpPr txBox="1"/>
          <p:nvPr/>
        </p:nvSpPr>
        <p:spPr>
          <a:xfrm>
            <a:off x="10005365" y="4160520"/>
            <a:ext cx="1554480" cy="603504"/>
          </a:xfrm>
          <a:prstGeom prst="rect">
            <a:avLst/>
          </a:prstGeom>
          <a:noFill/>
          <a:ln/>
        </p:spPr>
        <p:txBody>
          <a:bodyPr wrap="square" lIns="0" tIns="0" rIns="0" bIns="0" rtlCol="0" anchor="ctr"/>
          <a:lstStyle/>
          <a:p>
            <a:pPr indent="0" marL="0">
              <a:buNone/>
            </a:pPr>
            <a:r>
              <a:rPr lang="en-US" sz="1600" b="1" dirty="0">
                <a:solidFill>
                  <a:srgbClr val="EEFBFF"/>
                </a:solidFill>
              </a:rPr>
              <a:t>Testing</a:t>
            </a:r>
            <a:endParaRPr lang="en-US" sz="1600" dirty="0"/>
          </a:p>
        </p:txBody>
      </p:sp>
      <p:sp>
        <p:nvSpPr>
          <p:cNvPr id="47" name="tv|rise|8|"/>
          <p:cNvSpPr txBox="1"/>
          <p:nvPr/>
        </p:nvSpPr>
        <p:spPr>
          <a:xfrm>
            <a:off x="9264701" y="4919472"/>
            <a:ext cx="2194560" cy="1005840"/>
          </a:xfrm>
          <a:prstGeom prst="rect">
            <a:avLst/>
          </a:prstGeom>
          <a:noFill/>
          <a:ln/>
        </p:spPr>
        <p:txBody>
          <a:bodyPr wrap="square" lIns="0" tIns="0" rIns="0" bIns="0" rtlCol="0" anchor="t"/>
          <a:lstStyle/>
          <a:p>
            <a:pPr indent="0" marL="0">
              <a:buNone/>
            </a:pPr>
            <a:r>
              <a:rPr lang="en-US" sz="1400" dirty="0">
                <a:solidFill>
                  <a:srgbClr val="9FC4CF"/>
                </a:solidFill>
              </a:rPr>
              <a:t>Node.js test runner, end-to-end and browser UI tests on every change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53" presetClass="entr" presetSubtype="16"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 calcmode="lin" valueType="num">
                                      <p:cBhvr>
                                        <p:cTn id="20" dur="550" fill="hold"/>
                                        <p:tgtEl>
                                          <p:spTgt spid="10"/>
                                        </p:tgtEl>
                                        <p:attrNameLst>
                                          <p:attrName>ppt_w</p:attrName>
                                        </p:attrNameLst>
                                      </p:cBhvr>
                                      <p:tavLst>
                                        <p:tav tm="0">
                                          <p:val>
                                            <p:strVal val="0"/>
                                          </p:val>
                                        </p:tav>
                                        <p:tav tm="100000">
                                          <p:val>
                                            <p:strVal val="#ppt_w"/>
                                          </p:val>
                                        </p:tav>
                                      </p:tavLst>
                                    </p:anim>
                                    <p:anim calcmode="lin" valueType="num">
                                      <p:cBhvr>
                                        <p:cTn id="21" dur="550" fill="hold"/>
                                        <p:tgtEl>
                                          <p:spTgt spid="10"/>
                                        </p:tgtEl>
                                        <p:attrNameLst>
                                          <p:attrName>ppt_h</p:attrName>
                                        </p:attrNameLst>
                                      </p:cBhvr>
                                      <p:tavLst>
                                        <p:tav tm="0">
                                          <p:val>
                                            <p:strVal val="0"/>
                                          </p:val>
                                        </p:tav>
                                        <p:tav tm="100000">
                                          <p:val>
                                            <p:strVal val="#ppt_h"/>
                                          </p:val>
                                        </p:tav>
                                      </p:tavLst>
                                    </p:anim>
                                    <p:animEffect transition="in" filter="fade">
                                      <p:cBhvr>
                                        <p:cTn id="22" dur="550"/>
                                        <p:tgtEl>
                                          <p:spTgt spid="10"/>
                                        </p:tgtEl>
                                      </p:cBhvr>
                                    </p:animEffect>
                                  </p:childTnLst>
                                </p:cTn>
                              </p:par>
                              <p:par>
                                <p:cTn id="24" presetID="42" presetClass="entr" presetSubtype="0"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Effect transition="in" filter="fade">
                                      <p:cBhvr>
                                        <p:cTn id="25" dur="700"/>
                                        <p:tgtEl>
                                          <p:spTgt spid="11"/>
                                        </p:tgtEl>
                                      </p:cBhvr>
                                    </p:animEffect>
                                    <p:anim calcmode="lin" valueType="num">
                                      <p:cBhvr>
                                        <p:cTn id="26" dur="700" fill="hold"/>
                                        <p:tgtEl>
                                          <p:spTgt spid="11"/>
                                        </p:tgtEl>
                                        <p:attrNameLst>
                                          <p:attrName>ppt_x</p:attrName>
                                        </p:attrNameLst>
                                      </p:cBhvr>
                                      <p:tavLst>
                                        <p:tav tm="0">
                                          <p:val>
                                            <p:strVal val="#ppt_x"/>
                                          </p:val>
                                        </p:tav>
                                        <p:tav tm="100000">
                                          <p:val>
                                            <p:strVal val="#ppt_x"/>
                                          </p:val>
                                        </p:tav>
                                      </p:tavLst>
                                    </p:anim>
                                    <p:anim calcmode="lin" valueType="num">
                                      <p:cBhvr>
                                        <p:cTn id="27" dur="700" fill="hold"/>
                                        <p:tgtEl>
                                          <p:spTgt spid="11"/>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14"/>
                                        </p:tgtEl>
                                        <p:attrNameLst>
                                          <p:attrName>style.visibility</p:attrName>
                                        </p:attrNameLst>
                                      </p:cBhvr>
                                      <p:to>
                                        <p:strVal val="visible"/>
                                      </p:to>
                                    </p:set>
                                    <p:anim calcmode="lin" valueType="num">
                                      <p:cBhvr>
                                        <p:cTn id="40" dur="550" fill="hold"/>
                                        <p:tgtEl>
                                          <p:spTgt spid="14"/>
                                        </p:tgtEl>
                                        <p:attrNameLst>
                                          <p:attrName>ppt_w</p:attrName>
                                        </p:attrNameLst>
                                      </p:cBhvr>
                                      <p:tavLst>
                                        <p:tav tm="0">
                                          <p:val>
                                            <p:strVal val="0"/>
                                          </p:val>
                                        </p:tav>
                                        <p:tav tm="100000">
                                          <p:val>
                                            <p:strVal val="#ppt_w"/>
                                          </p:val>
                                        </p:tav>
                                      </p:tavLst>
                                    </p:anim>
                                    <p:anim calcmode="lin" valueType="num">
                                      <p:cBhvr>
                                        <p:cTn id="41" dur="550" fill="hold"/>
                                        <p:tgtEl>
                                          <p:spTgt spid="14"/>
                                        </p:tgtEl>
                                        <p:attrNameLst>
                                          <p:attrName>ppt_h</p:attrName>
                                        </p:attrNameLst>
                                      </p:cBhvr>
                                      <p:tavLst>
                                        <p:tav tm="0">
                                          <p:val>
                                            <p:strVal val="0"/>
                                          </p:val>
                                        </p:tav>
                                        <p:tav tm="100000">
                                          <p:val>
                                            <p:strVal val="#ppt_h"/>
                                          </p:val>
                                        </p:tav>
                                      </p:tavLst>
                                    </p:anim>
                                    <p:animEffect transition="in" filter="fade">
                                      <p:cBhvr>
                                        <p:cTn id="42" dur="550"/>
                                        <p:tgtEl>
                                          <p:spTgt spid="14"/>
                                        </p:tgtEl>
                                      </p:cBhvr>
                                    </p:animEffect>
                                  </p:childTnLst>
                                </p:cTn>
                              </p:par>
                              <p:par>
                                <p:cTn id="44" presetID="53" presetClass="entr" presetSubtype="16"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 calcmode="lin" valueType="num">
                                      <p:cBhvr>
                                        <p:cTn id="45" dur="550" fill="hold"/>
                                        <p:tgtEl>
                                          <p:spTgt spid="15"/>
                                        </p:tgtEl>
                                        <p:attrNameLst>
                                          <p:attrName>ppt_w</p:attrName>
                                        </p:attrNameLst>
                                      </p:cBhvr>
                                      <p:tavLst>
                                        <p:tav tm="0">
                                          <p:val>
                                            <p:strVal val="0"/>
                                          </p:val>
                                        </p:tav>
                                        <p:tav tm="100000">
                                          <p:val>
                                            <p:strVal val="#ppt_w"/>
                                          </p:val>
                                        </p:tav>
                                      </p:tavLst>
                                    </p:anim>
                                    <p:anim calcmode="lin" valueType="num">
                                      <p:cBhvr>
                                        <p:cTn id="46" dur="550" fill="hold"/>
                                        <p:tgtEl>
                                          <p:spTgt spid="15"/>
                                        </p:tgtEl>
                                        <p:attrNameLst>
                                          <p:attrName>ppt_h</p:attrName>
                                        </p:attrNameLst>
                                      </p:cBhvr>
                                      <p:tavLst>
                                        <p:tav tm="0">
                                          <p:val>
                                            <p:strVal val="0"/>
                                          </p:val>
                                        </p:tav>
                                        <p:tav tm="100000">
                                          <p:val>
                                            <p:strVal val="#ppt_h"/>
                                          </p:val>
                                        </p:tav>
                                      </p:tavLst>
                                    </p:anim>
                                    <p:animEffect transition="in" filter="fade">
                                      <p:cBhvr>
                                        <p:cTn id="47" dur="550"/>
                                        <p:tgtEl>
                                          <p:spTgt spid="15"/>
                                        </p:tgtEl>
                                      </p:cBhvr>
                                    </p:animEffect>
                                  </p:childTnLst>
                                </p:cTn>
                              </p:par>
                              <p:par>
                                <p:cTn id="49" presetID="42" presetClass="entr" presetSubtype="0"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p:cTn id="51" dur="700" fill="hold"/>
                                        <p:tgtEl>
                                          <p:spTgt spid="16"/>
                                        </p:tgtEl>
                                        <p:attrNameLst>
                                          <p:attrName>ppt_x</p:attrName>
                                        </p:attrNameLst>
                                      </p:cBhvr>
                                      <p:tavLst>
                                        <p:tav tm="0">
                                          <p:val>
                                            <p:strVal val="#ppt_x"/>
                                          </p:val>
                                        </p:tav>
                                        <p:tav tm="100000">
                                          <p:val>
                                            <p:strVal val="#ppt_x"/>
                                          </p:val>
                                        </p:tav>
                                      </p:tavLst>
                                    </p:anim>
                                    <p:anim calcmode="lin" valueType="num">
                                      <p:cBhvr>
                                        <p:cTn id="52" dur="700" fill="hold"/>
                                        <p:tgtEl>
                                          <p:spTgt spid="16"/>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Effect transition="in" filter="fade">
                                      <p:cBhvr>
                                        <p:cTn id="55" dur="700"/>
                                        <p:tgtEl>
                                          <p:spTgt spid="17"/>
                                        </p:tgtEl>
                                      </p:cBhvr>
                                    </p:animEffect>
                                    <p:anim calcmode="lin" valueType="num">
                                      <p:cBhvr>
                                        <p:cTn id="56" dur="700" fill="hold"/>
                                        <p:tgtEl>
                                          <p:spTgt spid="17"/>
                                        </p:tgtEl>
                                        <p:attrNameLst>
                                          <p:attrName>ppt_x</p:attrName>
                                        </p:attrNameLst>
                                      </p:cBhvr>
                                      <p:tavLst>
                                        <p:tav tm="0">
                                          <p:val>
                                            <p:strVal val="#ppt_x"/>
                                          </p:val>
                                        </p:tav>
                                        <p:tav tm="100000">
                                          <p:val>
                                            <p:strVal val="#ppt_x"/>
                                          </p:val>
                                        </p:tav>
                                      </p:tavLst>
                                    </p:anim>
                                    <p:anim calcmode="lin" valueType="num">
                                      <p:cBhvr>
                                        <p:cTn id="57" dur="700" fill="hold"/>
                                        <p:tgtEl>
                                          <p:spTgt spid="17"/>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63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53" presetClass="entr" presetSubtype="16" fill="hold" grpId="0" nodeType="withEffect">
                                  <p:stCondLst>
                                    <p:cond delay="630"/>
                                  </p:stCondLst>
                                  <p:childTnLst>
                                    <p:set>
                                      <p:cBhvr>
                                        <p:cTn id="63" dur="1" fill="hold">
                                          <p:stCondLst>
                                            <p:cond delay="0"/>
                                          </p:stCondLst>
                                        </p:cTn>
                                        <p:tgtEl>
                                          <p:spTgt spid="19"/>
                                        </p:tgtEl>
                                        <p:attrNameLst>
                                          <p:attrName>style.visibility</p:attrName>
                                        </p:attrNameLst>
                                      </p:cBhvr>
                                      <p:to>
                                        <p:strVal val="visible"/>
                                      </p:to>
                                    </p:set>
                                    <p:anim calcmode="lin" valueType="num">
                                      <p:cBhvr>
                                        <p:cTn id="65" dur="550" fill="hold"/>
                                        <p:tgtEl>
                                          <p:spTgt spid="19"/>
                                        </p:tgtEl>
                                        <p:attrNameLst>
                                          <p:attrName>ppt_w</p:attrName>
                                        </p:attrNameLst>
                                      </p:cBhvr>
                                      <p:tavLst>
                                        <p:tav tm="0">
                                          <p:val>
                                            <p:strVal val="0"/>
                                          </p:val>
                                        </p:tav>
                                        <p:tav tm="100000">
                                          <p:val>
                                            <p:strVal val="#ppt_w"/>
                                          </p:val>
                                        </p:tav>
                                      </p:tavLst>
                                    </p:anim>
                                    <p:anim calcmode="lin" valueType="num">
                                      <p:cBhvr>
                                        <p:cTn id="66" dur="550" fill="hold"/>
                                        <p:tgtEl>
                                          <p:spTgt spid="19"/>
                                        </p:tgtEl>
                                        <p:attrNameLst>
                                          <p:attrName>ppt_h</p:attrName>
                                        </p:attrNameLst>
                                      </p:cBhvr>
                                      <p:tavLst>
                                        <p:tav tm="0">
                                          <p:val>
                                            <p:strVal val="0"/>
                                          </p:val>
                                        </p:tav>
                                        <p:tav tm="100000">
                                          <p:val>
                                            <p:strVal val="#ppt_h"/>
                                          </p:val>
                                        </p:tav>
                                      </p:tavLst>
                                    </p:anim>
                                    <p:animEffect transition="in" filter="fade">
                                      <p:cBhvr>
                                        <p:cTn id="67" dur="550"/>
                                        <p:tgtEl>
                                          <p:spTgt spid="19"/>
                                        </p:tgtEl>
                                      </p:cBhvr>
                                    </p:animEffect>
                                  </p:childTnLst>
                                </p:cTn>
                              </p:par>
                              <p:par>
                                <p:cTn id="69" presetID="53" presetClass="entr" presetSubtype="16" fill="hold" grpId="0" nodeType="withEffect">
                                  <p:stCondLst>
                                    <p:cond delay="630"/>
                                  </p:stCondLst>
                                  <p:childTnLst>
                                    <p:set>
                                      <p:cBhvr>
                                        <p:cTn id="68" dur="1" fill="hold">
                                          <p:stCondLst>
                                            <p:cond delay="0"/>
                                          </p:stCondLst>
                                        </p:cTn>
                                        <p:tgtEl>
                                          <p:spTgt spid="20"/>
                                        </p:tgtEl>
                                        <p:attrNameLst>
                                          <p:attrName>style.visibility</p:attrName>
                                        </p:attrNameLst>
                                      </p:cBhvr>
                                      <p:to>
                                        <p:strVal val="visible"/>
                                      </p:to>
                                    </p:set>
                                    <p:anim calcmode="lin" valueType="num">
                                      <p:cBhvr>
                                        <p:cTn id="70" dur="550" fill="hold"/>
                                        <p:tgtEl>
                                          <p:spTgt spid="20"/>
                                        </p:tgtEl>
                                        <p:attrNameLst>
                                          <p:attrName>ppt_w</p:attrName>
                                        </p:attrNameLst>
                                      </p:cBhvr>
                                      <p:tavLst>
                                        <p:tav tm="0">
                                          <p:val>
                                            <p:strVal val="0"/>
                                          </p:val>
                                        </p:tav>
                                        <p:tav tm="100000">
                                          <p:val>
                                            <p:strVal val="#ppt_w"/>
                                          </p:val>
                                        </p:tav>
                                      </p:tavLst>
                                    </p:anim>
                                    <p:anim calcmode="lin" valueType="num">
                                      <p:cBhvr>
                                        <p:cTn id="71" dur="550" fill="hold"/>
                                        <p:tgtEl>
                                          <p:spTgt spid="20"/>
                                        </p:tgtEl>
                                        <p:attrNameLst>
                                          <p:attrName>ppt_h</p:attrName>
                                        </p:attrNameLst>
                                      </p:cBhvr>
                                      <p:tavLst>
                                        <p:tav tm="0">
                                          <p:val>
                                            <p:strVal val="0"/>
                                          </p:val>
                                        </p:tav>
                                        <p:tav tm="100000">
                                          <p:val>
                                            <p:strVal val="#ppt_h"/>
                                          </p:val>
                                        </p:tav>
                                      </p:tavLst>
                                    </p:anim>
                                    <p:animEffect transition="in" filter="fade">
                                      <p:cBhvr>
                                        <p:cTn id="72" dur="550"/>
                                        <p:tgtEl>
                                          <p:spTgt spid="20"/>
                                        </p:tgtEl>
                                      </p:cBhvr>
                                    </p:animEffect>
                                  </p:childTnLst>
                                </p:cTn>
                              </p:par>
                              <p:par>
                                <p:cTn id="74" presetID="42" presetClass="entr" presetSubtype="0" fill="hold" grpId="0" nodeType="withEffect">
                                  <p:stCondLst>
                                    <p:cond delay="63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Effect transition="in" filter="fade">
                                      <p:cBhvr>
                                        <p:cTn id="80" dur="700"/>
                                        <p:tgtEl>
                                          <p:spTgt spid="22"/>
                                        </p:tgtEl>
                                      </p:cBhvr>
                                    </p:animEffect>
                                    <p:anim calcmode="lin" valueType="num">
                                      <p:cBhvr>
                                        <p:cTn id="81" dur="700" fill="hold"/>
                                        <p:tgtEl>
                                          <p:spTgt spid="22"/>
                                        </p:tgtEl>
                                        <p:attrNameLst>
                                          <p:attrName>ppt_x</p:attrName>
                                        </p:attrNameLst>
                                      </p:cBhvr>
                                      <p:tavLst>
                                        <p:tav tm="0">
                                          <p:val>
                                            <p:strVal val="#ppt_x"/>
                                          </p:val>
                                        </p:tav>
                                        <p:tav tm="100000">
                                          <p:val>
                                            <p:strVal val="#ppt_x"/>
                                          </p:val>
                                        </p:tav>
                                      </p:tavLst>
                                    </p:anim>
                                    <p:anim calcmode="lin" valueType="num">
                                      <p:cBhvr>
                                        <p:cTn id="82" dur="7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790"/>
                                  </p:stCondLst>
                                  <p:childTnLst>
                                    <p:set>
                                      <p:cBhvr>
                                        <p:cTn id="83" dur="1" fill="hold">
                                          <p:stCondLst>
                                            <p:cond delay="0"/>
                                          </p:stCondLst>
                                        </p:cTn>
                                        <p:tgtEl>
                                          <p:spTgt spid="23"/>
                                        </p:tgtEl>
                                        <p:attrNameLst>
                                          <p:attrName>style.visibility</p:attrName>
                                        </p:attrNameLst>
                                      </p:cBhvr>
                                      <p:to>
                                        <p:strVal val="visible"/>
                                      </p:to>
                                    </p:set>
                                    <p:animEffect transition="in" filter="fade">
                                      <p:cBhvr>
                                        <p:cTn id="85" dur="700"/>
                                        <p:tgtEl>
                                          <p:spTgt spid="23"/>
                                        </p:tgtEl>
                                      </p:cBhvr>
                                    </p:animEffect>
                                    <p:anim calcmode="lin" valueType="num">
                                      <p:cBhvr>
                                        <p:cTn id="86" dur="700" fill="hold"/>
                                        <p:tgtEl>
                                          <p:spTgt spid="23"/>
                                        </p:tgtEl>
                                        <p:attrNameLst>
                                          <p:attrName>ppt_x</p:attrName>
                                        </p:attrNameLst>
                                      </p:cBhvr>
                                      <p:tavLst>
                                        <p:tav tm="0">
                                          <p:val>
                                            <p:strVal val="#ppt_x"/>
                                          </p:val>
                                        </p:tav>
                                        <p:tav tm="100000">
                                          <p:val>
                                            <p:strVal val="#ppt_x"/>
                                          </p:val>
                                        </p:tav>
                                      </p:tavLst>
                                    </p:anim>
                                    <p:anim calcmode="lin" valueType="num">
                                      <p:cBhvr>
                                        <p:cTn id="87" dur="700" fill="hold"/>
                                        <p:tgtEl>
                                          <p:spTgt spid="23"/>
                                        </p:tgtEl>
                                        <p:attrNameLst>
                                          <p:attrName>ppt_y</p:attrName>
                                        </p:attrNameLst>
                                      </p:cBhvr>
                                      <p:tavLst>
                                        <p:tav tm="0">
                                          <p:val>
                                            <p:strVal val="#ppt_y+.06"/>
                                          </p:val>
                                        </p:tav>
                                        <p:tav tm="100000">
                                          <p:val>
                                            <p:strVal val="#ppt_y"/>
                                          </p:val>
                                        </p:tav>
                                      </p:tavLst>
                                    </p:anim>
                                  </p:childTnLst>
                                </p:cTn>
                              </p:par>
                              <p:par>
                                <p:cTn id="89" presetID="53" presetClass="entr" presetSubtype="16" fill="hold" grpId="0" nodeType="withEffect">
                                  <p:stCondLst>
                                    <p:cond delay="790"/>
                                  </p:stCondLst>
                                  <p:childTnLst>
                                    <p:set>
                                      <p:cBhvr>
                                        <p:cTn id="88" dur="1" fill="hold">
                                          <p:stCondLst>
                                            <p:cond delay="0"/>
                                          </p:stCondLst>
                                        </p:cTn>
                                        <p:tgtEl>
                                          <p:spTgt spid="24"/>
                                        </p:tgtEl>
                                        <p:attrNameLst>
                                          <p:attrName>style.visibility</p:attrName>
                                        </p:attrNameLst>
                                      </p:cBhvr>
                                      <p:to>
                                        <p:strVal val="visible"/>
                                      </p:to>
                                    </p:set>
                                    <p:anim calcmode="lin" valueType="num">
                                      <p:cBhvr>
                                        <p:cTn id="90" dur="550" fill="hold"/>
                                        <p:tgtEl>
                                          <p:spTgt spid="24"/>
                                        </p:tgtEl>
                                        <p:attrNameLst>
                                          <p:attrName>ppt_w</p:attrName>
                                        </p:attrNameLst>
                                      </p:cBhvr>
                                      <p:tavLst>
                                        <p:tav tm="0">
                                          <p:val>
                                            <p:strVal val="0"/>
                                          </p:val>
                                        </p:tav>
                                        <p:tav tm="100000">
                                          <p:val>
                                            <p:strVal val="#ppt_w"/>
                                          </p:val>
                                        </p:tav>
                                      </p:tavLst>
                                    </p:anim>
                                    <p:anim calcmode="lin" valueType="num">
                                      <p:cBhvr>
                                        <p:cTn id="91" dur="550" fill="hold"/>
                                        <p:tgtEl>
                                          <p:spTgt spid="24"/>
                                        </p:tgtEl>
                                        <p:attrNameLst>
                                          <p:attrName>ppt_h</p:attrName>
                                        </p:attrNameLst>
                                      </p:cBhvr>
                                      <p:tavLst>
                                        <p:tav tm="0">
                                          <p:val>
                                            <p:strVal val="0"/>
                                          </p:val>
                                        </p:tav>
                                        <p:tav tm="100000">
                                          <p:val>
                                            <p:strVal val="#ppt_h"/>
                                          </p:val>
                                        </p:tav>
                                      </p:tavLst>
                                    </p:anim>
                                    <p:animEffect transition="in" filter="fade">
                                      <p:cBhvr>
                                        <p:cTn id="92" dur="550"/>
                                        <p:tgtEl>
                                          <p:spTgt spid="24"/>
                                        </p:tgtEl>
                                      </p:cBhvr>
                                    </p:animEffect>
                                  </p:childTnLst>
                                </p:cTn>
                              </p:par>
                              <p:par>
                                <p:cTn id="94" presetID="53" presetClass="entr" presetSubtype="16" fill="hold" grpId="0" nodeType="withEffect">
                                  <p:stCondLst>
                                    <p:cond delay="790"/>
                                  </p:stCondLst>
                                  <p:childTnLst>
                                    <p:set>
                                      <p:cBhvr>
                                        <p:cTn id="93" dur="1" fill="hold">
                                          <p:stCondLst>
                                            <p:cond delay="0"/>
                                          </p:stCondLst>
                                        </p:cTn>
                                        <p:tgtEl>
                                          <p:spTgt spid="25"/>
                                        </p:tgtEl>
                                        <p:attrNameLst>
                                          <p:attrName>style.visibility</p:attrName>
                                        </p:attrNameLst>
                                      </p:cBhvr>
                                      <p:to>
                                        <p:strVal val="visible"/>
                                      </p:to>
                                    </p:set>
                                    <p:anim calcmode="lin" valueType="num">
                                      <p:cBhvr>
                                        <p:cTn id="95" dur="550" fill="hold"/>
                                        <p:tgtEl>
                                          <p:spTgt spid="25"/>
                                        </p:tgtEl>
                                        <p:attrNameLst>
                                          <p:attrName>ppt_w</p:attrName>
                                        </p:attrNameLst>
                                      </p:cBhvr>
                                      <p:tavLst>
                                        <p:tav tm="0">
                                          <p:val>
                                            <p:strVal val="0"/>
                                          </p:val>
                                        </p:tav>
                                        <p:tav tm="100000">
                                          <p:val>
                                            <p:strVal val="#ppt_w"/>
                                          </p:val>
                                        </p:tav>
                                      </p:tavLst>
                                    </p:anim>
                                    <p:anim calcmode="lin" valueType="num">
                                      <p:cBhvr>
                                        <p:cTn id="96" dur="550" fill="hold"/>
                                        <p:tgtEl>
                                          <p:spTgt spid="25"/>
                                        </p:tgtEl>
                                        <p:attrNameLst>
                                          <p:attrName>ppt_h</p:attrName>
                                        </p:attrNameLst>
                                      </p:cBhvr>
                                      <p:tavLst>
                                        <p:tav tm="0">
                                          <p:val>
                                            <p:strVal val="0"/>
                                          </p:val>
                                        </p:tav>
                                        <p:tav tm="100000">
                                          <p:val>
                                            <p:strVal val="#ppt_h"/>
                                          </p:val>
                                        </p:tav>
                                      </p:tavLst>
                                    </p:anim>
                                    <p:animEffect transition="in" filter="fade">
                                      <p:cBhvr>
                                        <p:cTn id="97" dur="550"/>
                                        <p:tgtEl>
                                          <p:spTgt spid="25"/>
                                        </p:tgtEl>
                                      </p:cBhvr>
                                    </p:animEffect>
                                  </p:childTnLst>
                                </p:cTn>
                              </p:par>
                              <p:par>
                                <p:cTn id="99" presetID="42" presetClass="entr" presetSubtype="0"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95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10" dur="700"/>
                                        <p:tgtEl>
                                          <p:spTgt spid="28"/>
                                        </p:tgtEl>
                                      </p:cBhvr>
                                    </p:animEffect>
                                    <p:anim calcmode="lin" valueType="num">
                                      <p:cBhvr>
                                        <p:cTn id="111" dur="700" fill="hold"/>
                                        <p:tgtEl>
                                          <p:spTgt spid="28"/>
                                        </p:tgtEl>
                                        <p:attrNameLst>
                                          <p:attrName>ppt_x</p:attrName>
                                        </p:attrNameLst>
                                      </p:cBhvr>
                                      <p:tavLst>
                                        <p:tav tm="0">
                                          <p:val>
                                            <p:strVal val="#ppt_x"/>
                                          </p:val>
                                        </p:tav>
                                        <p:tav tm="100000">
                                          <p:val>
                                            <p:strVal val="#ppt_x"/>
                                          </p:val>
                                        </p:tav>
                                      </p:tavLst>
                                    </p:anim>
                                    <p:anim calcmode="lin" valueType="num">
                                      <p:cBhvr>
                                        <p:cTn id="112" dur="700" fill="hold"/>
                                        <p:tgtEl>
                                          <p:spTgt spid="28"/>
                                        </p:tgtEl>
                                        <p:attrNameLst>
                                          <p:attrName>ppt_y</p:attrName>
                                        </p:attrNameLst>
                                      </p:cBhvr>
                                      <p:tavLst>
                                        <p:tav tm="0">
                                          <p:val>
                                            <p:strVal val="#ppt_y+.06"/>
                                          </p:val>
                                        </p:tav>
                                        <p:tav tm="100000">
                                          <p:val>
                                            <p:strVal val="#ppt_y"/>
                                          </p:val>
                                        </p:tav>
                                      </p:tavLst>
                                    </p:anim>
                                  </p:childTnLst>
                                </p:cTn>
                              </p:par>
                              <p:par>
                                <p:cTn id="114" presetID="53" presetClass="entr" presetSubtype="16" fill="hold" grpId="0" nodeType="withEffect">
                                  <p:stCondLst>
                                    <p:cond delay="950"/>
                                  </p:stCondLst>
                                  <p:childTnLst>
                                    <p:set>
                                      <p:cBhvr>
                                        <p:cTn id="113" dur="1" fill="hold">
                                          <p:stCondLst>
                                            <p:cond delay="0"/>
                                          </p:stCondLst>
                                        </p:cTn>
                                        <p:tgtEl>
                                          <p:spTgt spid="29"/>
                                        </p:tgtEl>
                                        <p:attrNameLst>
                                          <p:attrName>style.visibility</p:attrName>
                                        </p:attrNameLst>
                                      </p:cBhvr>
                                      <p:to>
                                        <p:strVal val="visible"/>
                                      </p:to>
                                    </p:set>
                                    <p:anim calcmode="lin" valueType="num">
                                      <p:cBhvr>
                                        <p:cTn id="115" dur="550" fill="hold"/>
                                        <p:tgtEl>
                                          <p:spTgt spid="29"/>
                                        </p:tgtEl>
                                        <p:attrNameLst>
                                          <p:attrName>ppt_w</p:attrName>
                                        </p:attrNameLst>
                                      </p:cBhvr>
                                      <p:tavLst>
                                        <p:tav tm="0">
                                          <p:val>
                                            <p:strVal val="0"/>
                                          </p:val>
                                        </p:tav>
                                        <p:tav tm="100000">
                                          <p:val>
                                            <p:strVal val="#ppt_w"/>
                                          </p:val>
                                        </p:tav>
                                      </p:tavLst>
                                    </p:anim>
                                    <p:anim calcmode="lin" valueType="num">
                                      <p:cBhvr>
                                        <p:cTn id="116" dur="550" fill="hold"/>
                                        <p:tgtEl>
                                          <p:spTgt spid="29"/>
                                        </p:tgtEl>
                                        <p:attrNameLst>
                                          <p:attrName>ppt_h</p:attrName>
                                        </p:attrNameLst>
                                      </p:cBhvr>
                                      <p:tavLst>
                                        <p:tav tm="0">
                                          <p:val>
                                            <p:strVal val="0"/>
                                          </p:val>
                                        </p:tav>
                                        <p:tav tm="100000">
                                          <p:val>
                                            <p:strVal val="#ppt_h"/>
                                          </p:val>
                                        </p:tav>
                                      </p:tavLst>
                                    </p:anim>
                                    <p:animEffect transition="in" filter="fade">
                                      <p:cBhvr>
                                        <p:cTn id="117" dur="550"/>
                                        <p:tgtEl>
                                          <p:spTgt spid="29"/>
                                        </p:tgtEl>
                                      </p:cBhvr>
                                    </p:animEffect>
                                  </p:childTnLst>
                                </p:cTn>
                              </p:par>
                              <p:par>
                                <p:cTn id="119" presetID="53" presetClass="entr" presetSubtype="16" fill="hold" grpId="0" nodeType="withEffect">
                                  <p:stCondLst>
                                    <p:cond delay="950"/>
                                  </p:stCondLst>
                                  <p:childTnLst>
                                    <p:set>
                                      <p:cBhvr>
                                        <p:cTn id="118" dur="1" fill="hold">
                                          <p:stCondLst>
                                            <p:cond delay="0"/>
                                          </p:stCondLst>
                                        </p:cTn>
                                        <p:tgtEl>
                                          <p:spTgt spid="30"/>
                                        </p:tgtEl>
                                        <p:attrNameLst>
                                          <p:attrName>style.visibility</p:attrName>
                                        </p:attrNameLst>
                                      </p:cBhvr>
                                      <p:to>
                                        <p:strVal val="visible"/>
                                      </p:to>
                                    </p:set>
                                    <p:anim calcmode="lin" valueType="num">
                                      <p:cBhvr>
                                        <p:cTn id="120" dur="550" fill="hold"/>
                                        <p:tgtEl>
                                          <p:spTgt spid="30"/>
                                        </p:tgtEl>
                                        <p:attrNameLst>
                                          <p:attrName>ppt_w</p:attrName>
                                        </p:attrNameLst>
                                      </p:cBhvr>
                                      <p:tavLst>
                                        <p:tav tm="0">
                                          <p:val>
                                            <p:strVal val="0"/>
                                          </p:val>
                                        </p:tav>
                                        <p:tav tm="100000">
                                          <p:val>
                                            <p:strVal val="#ppt_w"/>
                                          </p:val>
                                        </p:tav>
                                      </p:tavLst>
                                    </p:anim>
                                    <p:anim calcmode="lin" valueType="num">
                                      <p:cBhvr>
                                        <p:cTn id="121" dur="550" fill="hold"/>
                                        <p:tgtEl>
                                          <p:spTgt spid="30"/>
                                        </p:tgtEl>
                                        <p:attrNameLst>
                                          <p:attrName>ppt_h</p:attrName>
                                        </p:attrNameLst>
                                      </p:cBhvr>
                                      <p:tavLst>
                                        <p:tav tm="0">
                                          <p:val>
                                            <p:strVal val="0"/>
                                          </p:val>
                                        </p:tav>
                                        <p:tav tm="100000">
                                          <p:val>
                                            <p:strVal val="#ppt_h"/>
                                          </p:val>
                                        </p:tav>
                                      </p:tavLst>
                                    </p:anim>
                                    <p:animEffect transition="in" filter="fade">
                                      <p:cBhvr>
                                        <p:cTn id="122" dur="550"/>
                                        <p:tgtEl>
                                          <p:spTgt spid="30"/>
                                        </p:tgtEl>
                                      </p:cBhvr>
                                    </p:animEffect>
                                  </p:childTnLst>
                                </p:cTn>
                              </p:par>
                              <p:par>
                                <p:cTn id="124" presetID="42" presetClass="entr" presetSubtype="0" fill="hold" grpId="0" nodeType="withEffect">
                                  <p:stCondLst>
                                    <p:cond delay="95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5" dur="700"/>
                                        <p:tgtEl>
                                          <p:spTgt spid="31"/>
                                        </p:tgtEl>
                                      </p:cBhvr>
                                    </p:animEffect>
                                    <p:anim calcmode="lin" valueType="num">
                                      <p:cBhvr>
                                        <p:cTn id="126" dur="700" fill="hold"/>
                                        <p:tgtEl>
                                          <p:spTgt spid="31"/>
                                        </p:tgtEl>
                                        <p:attrNameLst>
                                          <p:attrName>ppt_x</p:attrName>
                                        </p:attrNameLst>
                                      </p:cBhvr>
                                      <p:tavLst>
                                        <p:tav tm="0">
                                          <p:val>
                                            <p:strVal val="#ppt_x"/>
                                          </p:val>
                                        </p:tav>
                                        <p:tav tm="100000">
                                          <p:val>
                                            <p:strVal val="#ppt_x"/>
                                          </p:val>
                                        </p:tav>
                                      </p:tavLst>
                                    </p:anim>
                                    <p:anim calcmode="lin" valueType="num">
                                      <p:cBhvr>
                                        <p:cTn id="127" dur="70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95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30" dur="700"/>
                                        <p:tgtEl>
                                          <p:spTgt spid="32"/>
                                        </p:tgtEl>
                                      </p:cBhvr>
                                    </p:animEffect>
                                    <p:anim calcmode="lin" valueType="num">
                                      <p:cBhvr>
                                        <p:cTn id="131" dur="700" fill="hold"/>
                                        <p:tgtEl>
                                          <p:spTgt spid="32"/>
                                        </p:tgtEl>
                                        <p:attrNameLst>
                                          <p:attrName>ppt_x</p:attrName>
                                        </p:attrNameLst>
                                      </p:cBhvr>
                                      <p:tavLst>
                                        <p:tav tm="0">
                                          <p:val>
                                            <p:strVal val="#ppt_x"/>
                                          </p:val>
                                        </p:tav>
                                        <p:tav tm="100000">
                                          <p:val>
                                            <p:strVal val="#ppt_x"/>
                                          </p:val>
                                        </p:tav>
                                      </p:tavLst>
                                    </p:anim>
                                    <p:anim calcmode="lin" valueType="num">
                                      <p:cBhvr>
                                        <p:cTn id="132" dur="700" fill="hold"/>
                                        <p:tgtEl>
                                          <p:spTgt spid="32"/>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111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5" dur="700"/>
                                        <p:tgtEl>
                                          <p:spTgt spid="33"/>
                                        </p:tgtEl>
                                      </p:cBhvr>
                                    </p:animEffect>
                                    <p:anim calcmode="lin" valueType="num">
                                      <p:cBhvr>
                                        <p:cTn id="136" dur="700" fill="hold"/>
                                        <p:tgtEl>
                                          <p:spTgt spid="33"/>
                                        </p:tgtEl>
                                        <p:attrNameLst>
                                          <p:attrName>ppt_x</p:attrName>
                                        </p:attrNameLst>
                                      </p:cBhvr>
                                      <p:tavLst>
                                        <p:tav tm="0">
                                          <p:val>
                                            <p:strVal val="#ppt_x"/>
                                          </p:val>
                                        </p:tav>
                                        <p:tav tm="100000">
                                          <p:val>
                                            <p:strVal val="#ppt_x"/>
                                          </p:val>
                                        </p:tav>
                                      </p:tavLst>
                                    </p:anim>
                                    <p:anim calcmode="lin" valueType="num">
                                      <p:cBhvr>
                                        <p:cTn id="137" dur="700" fill="hold"/>
                                        <p:tgtEl>
                                          <p:spTgt spid="33"/>
                                        </p:tgtEl>
                                        <p:attrNameLst>
                                          <p:attrName>ppt_y</p:attrName>
                                        </p:attrNameLst>
                                      </p:cBhvr>
                                      <p:tavLst>
                                        <p:tav tm="0">
                                          <p:val>
                                            <p:strVal val="#ppt_y+.06"/>
                                          </p:val>
                                        </p:tav>
                                        <p:tav tm="100000">
                                          <p:val>
                                            <p:strVal val="#ppt_y"/>
                                          </p:val>
                                        </p:tav>
                                      </p:tavLst>
                                    </p:anim>
                                  </p:childTnLst>
                                </p:cTn>
                              </p:par>
                              <p:par>
                                <p:cTn id="139" presetID="53" presetClass="entr" presetSubtype="16" fill="hold" grpId="0" nodeType="withEffect">
                                  <p:stCondLst>
                                    <p:cond delay="1110"/>
                                  </p:stCondLst>
                                  <p:childTnLst>
                                    <p:set>
                                      <p:cBhvr>
                                        <p:cTn id="138" dur="1" fill="hold">
                                          <p:stCondLst>
                                            <p:cond delay="0"/>
                                          </p:stCondLst>
                                        </p:cTn>
                                        <p:tgtEl>
                                          <p:spTgt spid="34"/>
                                        </p:tgtEl>
                                        <p:attrNameLst>
                                          <p:attrName>style.visibility</p:attrName>
                                        </p:attrNameLst>
                                      </p:cBhvr>
                                      <p:to>
                                        <p:strVal val="visible"/>
                                      </p:to>
                                    </p:set>
                                    <p:anim calcmode="lin" valueType="num">
                                      <p:cBhvr>
                                        <p:cTn id="140" dur="550" fill="hold"/>
                                        <p:tgtEl>
                                          <p:spTgt spid="34"/>
                                        </p:tgtEl>
                                        <p:attrNameLst>
                                          <p:attrName>ppt_w</p:attrName>
                                        </p:attrNameLst>
                                      </p:cBhvr>
                                      <p:tavLst>
                                        <p:tav tm="0">
                                          <p:val>
                                            <p:strVal val="0"/>
                                          </p:val>
                                        </p:tav>
                                        <p:tav tm="100000">
                                          <p:val>
                                            <p:strVal val="#ppt_w"/>
                                          </p:val>
                                        </p:tav>
                                      </p:tavLst>
                                    </p:anim>
                                    <p:anim calcmode="lin" valueType="num">
                                      <p:cBhvr>
                                        <p:cTn id="141" dur="550" fill="hold"/>
                                        <p:tgtEl>
                                          <p:spTgt spid="34"/>
                                        </p:tgtEl>
                                        <p:attrNameLst>
                                          <p:attrName>ppt_h</p:attrName>
                                        </p:attrNameLst>
                                      </p:cBhvr>
                                      <p:tavLst>
                                        <p:tav tm="0">
                                          <p:val>
                                            <p:strVal val="0"/>
                                          </p:val>
                                        </p:tav>
                                        <p:tav tm="100000">
                                          <p:val>
                                            <p:strVal val="#ppt_h"/>
                                          </p:val>
                                        </p:tav>
                                      </p:tavLst>
                                    </p:anim>
                                    <p:animEffect transition="in" filter="fade">
                                      <p:cBhvr>
                                        <p:cTn id="142" dur="550"/>
                                        <p:tgtEl>
                                          <p:spTgt spid="34"/>
                                        </p:tgtEl>
                                      </p:cBhvr>
                                    </p:animEffect>
                                  </p:childTnLst>
                                </p:cTn>
                              </p:par>
                              <p:par>
                                <p:cTn id="144" presetID="53" presetClass="entr" presetSubtype="16" fill="hold" grpId="0" nodeType="withEffect">
                                  <p:stCondLst>
                                    <p:cond delay="1110"/>
                                  </p:stCondLst>
                                  <p:childTnLst>
                                    <p:set>
                                      <p:cBhvr>
                                        <p:cTn id="143" dur="1" fill="hold">
                                          <p:stCondLst>
                                            <p:cond delay="0"/>
                                          </p:stCondLst>
                                        </p:cTn>
                                        <p:tgtEl>
                                          <p:spTgt spid="35"/>
                                        </p:tgtEl>
                                        <p:attrNameLst>
                                          <p:attrName>style.visibility</p:attrName>
                                        </p:attrNameLst>
                                      </p:cBhvr>
                                      <p:to>
                                        <p:strVal val="visible"/>
                                      </p:to>
                                    </p:set>
                                    <p:anim calcmode="lin" valueType="num">
                                      <p:cBhvr>
                                        <p:cTn id="145" dur="550" fill="hold"/>
                                        <p:tgtEl>
                                          <p:spTgt spid="35"/>
                                        </p:tgtEl>
                                        <p:attrNameLst>
                                          <p:attrName>ppt_w</p:attrName>
                                        </p:attrNameLst>
                                      </p:cBhvr>
                                      <p:tavLst>
                                        <p:tav tm="0">
                                          <p:val>
                                            <p:strVal val="0"/>
                                          </p:val>
                                        </p:tav>
                                        <p:tav tm="100000">
                                          <p:val>
                                            <p:strVal val="#ppt_w"/>
                                          </p:val>
                                        </p:tav>
                                      </p:tavLst>
                                    </p:anim>
                                    <p:anim calcmode="lin" valueType="num">
                                      <p:cBhvr>
                                        <p:cTn id="146" dur="550" fill="hold"/>
                                        <p:tgtEl>
                                          <p:spTgt spid="35"/>
                                        </p:tgtEl>
                                        <p:attrNameLst>
                                          <p:attrName>ppt_h</p:attrName>
                                        </p:attrNameLst>
                                      </p:cBhvr>
                                      <p:tavLst>
                                        <p:tav tm="0">
                                          <p:val>
                                            <p:strVal val="0"/>
                                          </p:val>
                                        </p:tav>
                                        <p:tav tm="100000">
                                          <p:val>
                                            <p:strVal val="#ppt_h"/>
                                          </p:val>
                                        </p:tav>
                                      </p:tavLst>
                                    </p:anim>
                                    <p:animEffect transition="in" filter="fade">
                                      <p:cBhvr>
                                        <p:cTn id="147" dur="550"/>
                                        <p:tgtEl>
                                          <p:spTgt spid="35"/>
                                        </p:tgtEl>
                                      </p:cBhvr>
                                    </p:animEffect>
                                  </p:childTnLst>
                                </p:cTn>
                              </p:par>
                              <p:par>
                                <p:cTn id="149" presetID="42" presetClass="entr" presetSubtype="0" fill="hold" grpId="0" nodeType="withEffect">
                                  <p:stCondLst>
                                    <p:cond delay="111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50" dur="700"/>
                                        <p:tgtEl>
                                          <p:spTgt spid="36"/>
                                        </p:tgtEl>
                                      </p:cBhvr>
                                    </p:animEffect>
                                    <p:anim calcmode="lin" valueType="num">
                                      <p:cBhvr>
                                        <p:cTn id="151" dur="700" fill="hold"/>
                                        <p:tgtEl>
                                          <p:spTgt spid="36"/>
                                        </p:tgtEl>
                                        <p:attrNameLst>
                                          <p:attrName>ppt_x</p:attrName>
                                        </p:attrNameLst>
                                      </p:cBhvr>
                                      <p:tavLst>
                                        <p:tav tm="0">
                                          <p:val>
                                            <p:strVal val="#ppt_x"/>
                                          </p:val>
                                        </p:tav>
                                        <p:tav tm="100000">
                                          <p:val>
                                            <p:strVal val="#ppt_x"/>
                                          </p:val>
                                        </p:tav>
                                      </p:tavLst>
                                    </p:anim>
                                    <p:anim calcmode="lin" valueType="num">
                                      <p:cBhvr>
                                        <p:cTn id="152" dur="700" fill="hold"/>
                                        <p:tgtEl>
                                          <p:spTgt spid="36"/>
                                        </p:tgtEl>
                                        <p:attrNameLst>
                                          <p:attrName>ppt_y</p:attrName>
                                        </p:attrNameLst>
                                      </p:cBhvr>
                                      <p:tavLst>
                                        <p:tav tm="0">
                                          <p:val>
                                            <p:strVal val="#ppt_y+.06"/>
                                          </p:val>
                                        </p:tav>
                                        <p:tav tm="100000">
                                          <p:val>
                                            <p:strVal val="#ppt_y"/>
                                          </p:val>
                                        </p:tav>
                                      </p:tavLst>
                                    </p:anim>
                                  </p:childTnLst>
                                </p:cTn>
                              </p:par>
                              <p:par>
                                <p:cTn id="154" presetID="42" presetClass="entr" presetSubtype="0" fill="hold" grpId="0" nodeType="withEffect">
                                  <p:stCondLst>
                                    <p:cond delay="111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5" dur="700"/>
                                        <p:tgtEl>
                                          <p:spTgt spid="37"/>
                                        </p:tgtEl>
                                      </p:cBhvr>
                                    </p:animEffect>
                                    <p:anim calcmode="lin" valueType="num">
                                      <p:cBhvr>
                                        <p:cTn id="156" dur="700" fill="hold"/>
                                        <p:tgtEl>
                                          <p:spTgt spid="37"/>
                                        </p:tgtEl>
                                        <p:attrNameLst>
                                          <p:attrName>ppt_x</p:attrName>
                                        </p:attrNameLst>
                                      </p:cBhvr>
                                      <p:tavLst>
                                        <p:tav tm="0">
                                          <p:val>
                                            <p:strVal val="#ppt_x"/>
                                          </p:val>
                                        </p:tav>
                                        <p:tav tm="100000">
                                          <p:val>
                                            <p:strVal val="#ppt_x"/>
                                          </p:val>
                                        </p:tav>
                                      </p:tavLst>
                                    </p:anim>
                                    <p:anim calcmode="lin" valueType="num">
                                      <p:cBhvr>
                                        <p:cTn id="157" dur="700" fill="hold"/>
                                        <p:tgtEl>
                                          <p:spTgt spid="37"/>
                                        </p:tgtEl>
                                        <p:attrNameLst>
                                          <p:attrName>ppt_y</p:attrName>
                                        </p:attrNameLst>
                                      </p:cBhvr>
                                      <p:tavLst>
                                        <p:tav tm="0">
                                          <p:val>
                                            <p:strVal val="#ppt_y+.06"/>
                                          </p:val>
                                        </p:tav>
                                        <p:tav tm="100000">
                                          <p:val>
                                            <p:strVal val="#ppt_y"/>
                                          </p:val>
                                        </p:tav>
                                      </p:tavLst>
                                    </p:anim>
                                  </p:childTnLst>
                                </p:cTn>
                              </p:par>
                              <p:par>
                                <p:cTn id="159" presetID="42" presetClass="entr" presetSubtype="0" fill="hold" grpId="0" nodeType="withEffect">
                                  <p:stCondLst>
                                    <p:cond delay="1270"/>
                                  </p:stCondLst>
                                  <p:childTnLst>
                                    <p:set>
                                      <p:cBhvr>
                                        <p:cTn id="158" dur="1" fill="hold">
                                          <p:stCondLst>
                                            <p:cond delay="0"/>
                                          </p:stCondLst>
                                        </p:cTn>
                                        <p:tgtEl>
                                          <p:spTgt spid="38"/>
                                        </p:tgtEl>
                                        <p:attrNameLst>
                                          <p:attrName>style.visibility</p:attrName>
                                        </p:attrNameLst>
                                      </p:cBhvr>
                                      <p:to>
                                        <p:strVal val="visible"/>
                                      </p:to>
                                    </p:set>
                                    <p:animEffect transition="in" filter="fade">
                                      <p:cBhvr>
                                        <p:cTn id="160" dur="700"/>
                                        <p:tgtEl>
                                          <p:spTgt spid="38"/>
                                        </p:tgtEl>
                                      </p:cBhvr>
                                    </p:animEffect>
                                    <p:anim calcmode="lin" valueType="num">
                                      <p:cBhvr>
                                        <p:cTn id="161" dur="700" fill="hold"/>
                                        <p:tgtEl>
                                          <p:spTgt spid="38"/>
                                        </p:tgtEl>
                                        <p:attrNameLst>
                                          <p:attrName>ppt_x</p:attrName>
                                        </p:attrNameLst>
                                      </p:cBhvr>
                                      <p:tavLst>
                                        <p:tav tm="0">
                                          <p:val>
                                            <p:strVal val="#ppt_x"/>
                                          </p:val>
                                        </p:tav>
                                        <p:tav tm="100000">
                                          <p:val>
                                            <p:strVal val="#ppt_x"/>
                                          </p:val>
                                        </p:tav>
                                      </p:tavLst>
                                    </p:anim>
                                    <p:anim calcmode="lin" valueType="num">
                                      <p:cBhvr>
                                        <p:cTn id="162" dur="700" fill="hold"/>
                                        <p:tgtEl>
                                          <p:spTgt spid="38"/>
                                        </p:tgtEl>
                                        <p:attrNameLst>
                                          <p:attrName>ppt_y</p:attrName>
                                        </p:attrNameLst>
                                      </p:cBhvr>
                                      <p:tavLst>
                                        <p:tav tm="0">
                                          <p:val>
                                            <p:strVal val="#ppt_y+.06"/>
                                          </p:val>
                                        </p:tav>
                                        <p:tav tm="100000">
                                          <p:val>
                                            <p:strVal val="#ppt_y"/>
                                          </p:val>
                                        </p:tav>
                                      </p:tavLst>
                                    </p:anim>
                                  </p:childTnLst>
                                </p:cTn>
                              </p:par>
                              <p:par>
                                <p:cTn id="164" presetID="53" presetClass="entr" presetSubtype="16" fill="hold" grpId="0" nodeType="withEffect">
                                  <p:stCondLst>
                                    <p:cond delay="1270"/>
                                  </p:stCondLst>
                                  <p:childTnLst>
                                    <p:set>
                                      <p:cBhvr>
                                        <p:cTn id="163" dur="1" fill="hold">
                                          <p:stCondLst>
                                            <p:cond delay="0"/>
                                          </p:stCondLst>
                                        </p:cTn>
                                        <p:tgtEl>
                                          <p:spTgt spid="39"/>
                                        </p:tgtEl>
                                        <p:attrNameLst>
                                          <p:attrName>style.visibility</p:attrName>
                                        </p:attrNameLst>
                                      </p:cBhvr>
                                      <p:to>
                                        <p:strVal val="visible"/>
                                      </p:to>
                                    </p:set>
                                    <p:anim calcmode="lin" valueType="num">
                                      <p:cBhvr>
                                        <p:cTn id="165" dur="550" fill="hold"/>
                                        <p:tgtEl>
                                          <p:spTgt spid="39"/>
                                        </p:tgtEl>
                                        <p:attrNameLst>
                                          <p:attrName>ppt_w</p:attrName>
                                        </p:attrNameLst>
                                      </p:cBhvr>
                                      <p:tavLst>
                                        <p:tav tm="0">
                                          <p:val>
                                            <p:strVal val="0"/>
                                          </p:val>
                                        </p:tav>
                                        <p:tav tm="100000">
                                          <p:val>
                                            <p:strVal val="#ppt_w"/>
                                          </p:val>
                                        </p:tav>
                                      </p:tavLst>
                                    </p:anim>
                                    <p:anim calcmode="lin" valueType="num">
                                      <p:cBhvr>
                                        <p:cTn id="166" dur="550" fill="hold"/>
                                        <p:tgtEl>
                                          <p:spTgt spid="39"/>
                                        </p:tgtEl>
                                        <p:attrNameLst>
                                          <p:attrName>ppt_h</p:attrName>
                                        </p:attrNameLst>
                                      </p:cBhvr>
                                      <p:tavLst>
                                        <p:tav tm="0">
                                          <p:val>
                                            <p:strVal val="0"/>
                                          </p:val>
                                        </p:tav>
                                        <p:tav tm="100000">
                                          <p:val>
                                            <p:strVal val="#ppt_h"/>
                                          </p:val>
                                        </p:tav>
                                      </p:tavLst>
                                    </p:anim>
                                    <p:animEffect transition="in" filter="fade">
                                      <p:cBhvr>
                                        <p:cTn id="167" dur="550"/>
                                        <p:tgtEl>
                                          <p:spTgt spid="39"/>
                                        </p:tgtEl>
                                      </p:cBhvr>
                                    </p:animEffect>
                                  </p:childTnLst>
                                </p:cTn>
                              </p:par>
                              <p:par>
                                <p:cTn id="169" presetID="53" presetClass="entr" presetSubtype="16" fill="hold" grpId="0" nodeType="withEffect">
                                  <p:stCondLst>
                                    <p:cond delay="1270"/>
                                  </p:stCondLst>
                                  <p:childTnLst>
                                    <p:set>
                                      <p:cBhvr>
                                        <p:cTn id="168" dur="1" fill="hold">
                                          <p:stCondLst>
                                            <p:cond delay="0"/>
                                          </p:stCondLst>
                                        </p:cTn>
                                        <p:tgtEl>
                                          <p:spTgt spid="40"/>
                                        </p:tgtEl>
                                        <p:attrNameLst>
                                          <p:attrName>style.visibility</p:attrName>
                                        </p:attrNameLst>
                                      </p:cBhvr>
                                      <p:to>
                                        <p:strVal val="visible"/>
                                      </p:to>
                                    </p:set>
                                    <p:anim calcmode="lin" valueType="num">
                                      <p:cBhvr>
                                        <p:cTn id="170" dur="550" fill="hold"/>
                                        <p:tgtEl>
                                          <p:spTgt spid="40"/>
                                        </p:tgtEl>
                                        <p:attrNameLst>
                                          <p:attrName>ppt_w</p:attrName>
                                        </p:attrNameLst>
                                      </p:cBhvr>
                                      <p:tavLst>
                                        <p:tav tm="0">
                                          <p:val>
                                            <p:strVal val="0"/>
                                          </p:val>
                                        </p:tav>
                                        <p:tav tm="100000">
                                          <p:val>
                                            <p:strVal val="#ppt_w"/>
                                          </p:val>
                                        </p:tav>
                                      </p:tavLst>
                                    </p:anim>
                                    <p:anim calcmode="lin" valueType="num">
                                      <p:cBhvr>
                                        <p:cTn id="171" dur="550" fill="hold"/>
                                        <p:tgtEl>
                                          <p:spTgt spid="40"/>
                                        </p:tgtEl>
                                        <p:attrNameLst>
                                          <p:attrName>ppt_h</p:attrName>
                                        </p:attrNameLst>
                                      </p:cBhvr>
                                      <p:tavLst>
                                        <p:tav tm="0">
                                          <p:val>
                                            <p:strVal val="0"/>
                                          </p:val>
                                        </p:tav>
                                        <p:tav tm="100000">
                                          <p:val>
                                            <p:strVal val="#ppt_h"/>
                                          </p:val>
                                        </p:tav>
                                      </p:tavLst>
                                    </p:anim>
                                    <p:animEffect transition="in" filter="fade">
                                      <p:cBhvr>
                                        <p:cTn id="172" dur="550"/>
                                        <p:tgtEl>
                                          <p:spTgt spid="40"/>
                                        </p:tgtEl>
                                      </p:cBhvr>
                                    </p:animEffect>
                                  </p:childTnLst>
                                </p:cTn>
                              </p:par>
                              <p:par>
                                <p:cTn id="174" presetID="42" presetClass="entr" presetSubtype="0" fill="hold" grpId="0" nodeType="withEffect">
                                  <p:stCondLst>
                                    <p:cond delay="1270"/>
                                  </p:stCondLst>
                                  <p:childTnLst>
                                    <p:set>
                                      <p:cBhvr>
                                        <p:cTn id="173" dur="1" fill="hold">
                                          <p:stCondLst>
                                            <p:cond delay="0"/>
                                          </p:stCondLst>
                                        </p:cTn>
                                        <p:tgtEl>
                                          <p:spTgt spid="41"/>
                                        </p:tgtEl>
                                        <p:attrNameLst>
                                          <p:attrName>style.visibility</p:attrName>
                                        </p:attrNameLst>
                                      </p:cBhvr>
                                      <p:to>
                                        <p:strVal val="visible"/>
                                      </p:to>
                                    </p:set>
                                    <p:animEffect transition="in" filter="fade">
                                      <p:cBhvr>
                                        <p:cTn id="175" dur="700"/>
                                        <p:tgtEl>
                                          <p:spTgt spid="41"/>
                                        </p:tgtEl>
                                      </p:cBhvr>
                                    </p:animEffect>
                                    <p:anim calcmode="lin" valueType="num">
                                      <p:cBhvr>
                                        <p:cTn id="176" dur="700" fill="hold"/>
                                        <p:tgtEl>
                                          <p:spTgt spid="41"/>
                                        </p:tgtEl>
                                        <p:attrNameLst>
                                          <p:attrName>ppt_x</p:attrName>
                                        </p:attrNameLst>
                                      </p:cBhvr>
                                      <p:tavLst>
                                        <p:tav tm="0">
                                          <p:val>
                                            <p:strVal val="#ppt_x"/>
                                          </p:val>
                                        </p:tav>
                                        <p:tav tm="100000">
                                          <p:val>
                                            <p:strVal val="#ppt_x"/>
                                          </p:val>
                                        </p:tav>
                                      </p:tavLst>
                                    </p:anim>
                                    <p:anim calcmode="lin" valueType="num">
                                      <p:cBhvr>
                                        <p:cTn id="177" dur="700" fill="hold"/>
                                        <p:tgtEl>
                                          <p:spTgt spid="41"/>
                                        </p:tgtEl>
                                        <p:attrNameLst>
                                          <p:attrName>ppt_y</p:attrName>
                                        </p:attrNameLst>
                                      </p:cBhvr>
                                      <p:tavLst>
                                        <p:tav tm="0">
                                          <p:val>
                                            <p:strVal val="#ppt_y+.06"/>
                                          </p:val>
                                        </p:tav>
                                        <p:tav tm="100000">
                                          <p:val>
                                            <p:strVal val="#ppt_y"/>
                                          </p:val>
                                        </p:tav>
                                      </p:tavLst>
                                    </p:anim>
                                  </p:childTnLst>
                                </p:cTn>
                              </p:par>
                              <p:par>
                                <p:cTn id="179" presetID="42" presetClass="entr" presetSubtype="0" fill="hold" grpId="0" nodeType="withEffect">
                                  <p:stCondLst>
                                    <p:cond delay="1270"/>
                                  </p:stCondLst>
                                  <p:childTnLst>
                                    <p:set>
                                      <p:cBhvr>
                                        <p:cTn id="178" dur="1" fill="hold">
                                          <p:stCondLst>
                                            <p:cond delay="0"/>
                                          </p:stCondLst>
                                        </p:cTn>
                                        <p:tgtEl>
                                          <p:spTgt spid="42"/>
                                        </p:tgtEl>
                                        <p:attrNameLst>
                                          <p:attrName>style.visibility</p:attrName>
                                        </p:attrNameLst>
                                      </p:cBhvr>
                                      <p:to>
                                        <p:strVal val="visible"/>
                                      </p:to>
                                    </p:set>
                                    <p:animEffect transition="in" filter="fade">
                                      <p:cBhvr>
                                        <p:cTn id="180" dur="700"/>
                                        <p:tgtEl>
                                          <p:spTgt spid="42"/>
                                        </p:tgtEl>
                                      </p:cBhvr>
                                    </p:animEffect>
                                    <p:anim calcmode="lin" valueType="num">
                                      <p:cBhvr>
                                        <p:cTn id="181" dur="700" fill="hold"/>
                                        <p:tgtEl>
                                          <p:spTgt spid="42"/>
                                        </p:tgtEl>
                                        <p:attrNameLst>
                                          <p:attrName>ppt_x</p:attrName>
                                        </p:attrNameLst>
                                      </p:cBhvr>
                                      <p:tavLst>
                                        <p:tav tm="0">
                                          <p:val>
                                            <p:strVal val="#ppt_x"/>
                                          </p:val>
                                        </p:tav>
                                        <p:tav tm="100000">
                                          <p:val>
                                            <p:strVal val="#ppt_x"/>
                                          </p:val>
                                        </p:tav>
                                      </p:tavLst>
                                    </p:anim>
                                    <p:anim calcmode="lin" valueType="num">
                                      <p:cBhvr>
                                        <p:cTn id="182" dur="700" fill="hold"/>
                                        <p:tgtEl>
                                          <p:spTgt spid="42"/>
                                        </p:tgtEl>
                                        <p:attrNameLst>
                                          <p:attrName>ppt_y</p:attrName>
                                        </p:attrNameLst>
                                      </p:cBhvr>
                                      <p:tavLst>
                                        <p:tav tm="0">
                                          <p:val>
                                            <p:strVal val="#ppt_y+.06"/>
                                          </p:val>
                                        </p:tav>
                                        <p:tav tm="100000">
                                          <p:val>
                                            <p:strVal val="#ppt_y"/>
                                          </p:val>
                                        </p:tav>
                                      </p:tavLst>
                                    </p:anim>
                                  </p:childTnLst>
                                </p:cTn>
                              </p:par>
                              <p:par>
                                <p:cTn id="184" presetID="42" presetClass="entr" presetSubtype="0" fill="hold" grpId="0" nodeType="withEffect">
                                  <p:stCondLst>
                                    <p:cond delay="1430"/>
                                  </p:stCondLst>
                                  <p:childTnLst>
                                    <p:set>
                                      <p:cBhvr>
                                        <p:cTn id="183" dur="1" fill="hold">
                                          <p:stCondLst>
                                            <p:cond delay="0"/>
                                          </p:stCondLst>
                                        </p:cTn>
                                        <p:tgtEl>
                                          <p:spTgt spid="43"/>
                                        </p:tgtEl>
                                        <p:attrNameLst>
                                          <p:attrName>style.visibility</p:attrName>
                                        </p:attrNameLst>
                                      </p:cBhvr>
                                      <p:to>
                                        <p:strVal val="visible"/>
                                      </p:to>
                                    </p:set>
                                    <p:animEffect transition="in" filter="fade">
                                      <p:cBhvr>
                                        <p:cTn id="185" dur="700"/>
                                        <p:tgtEl>
                                          <p:spTgt spid="43"/>
                                        </p:tgtEl>
                                      </p:cBhvr>
                                    </p:animEffect>
                                    <p:anim calcmode="lin" valueType="num">
                                      <p:cBhvr>
                                        <p:cTn id="186" dur="700" fill="hold"/>
                                        <p:tgtEl>
                                          <p:spTgt spid="43"/>
                                        </p:tgtEl>
                                        <p:attrNameLst>
                                          <p:attrName>ppt_x</p:attrName>
                                        </p:attrNameLst>
                                      </p:cBhvr>
                                      <p:tavLst>
                                        <p:tav tm="0">
                                          <p:val>
                                            <p:strVal val="#ppt_x"/>
                                          </p:val>
                                        </p:tav>
                                        <p:tav tm="100000">
                                          <p:val>
                                            <p:strVal val="#ppt_x"/>
                                          </p:val>
                                        </p:tav>
                                      </p:tavLst>
                                    </p:anim>
                                    <p:anim calcmode="lin" valueType="num">
                                      <p:cBhvr>
                                        <p:cTn id="187" dur="700" fill="hold"/>
                                        <p:tgtEl>
                                          <p:spTgt spid="43"/>
                                        </p:tgtEl>
                                        <p:attrNameLst>
                                          <p:attrName>ppt_y</p:attrName>
                                        </p:attrNameLst>
                                      </p:cBhvr>
                                      <p:tavLst>
                                        <p:tav tm="0">
                                          <p:val>
                                            <p:strVal val="#ppt_y+.06"/>
                                          </p:val>
                                        </p:tav>
                                        <p:tav tm="100000">
                                          <p:val>
                                            <p:strVal val="#ppt_y"/>
                                          </p:val>
                                        </p:tav>
                                      </p:tavLst>
                                    </p:anim>
                                  </p:childTnLst>
                                </p:cTn>
                              </p:par>
                              <p:par>
                                <p:cTn id="189" presetID="53" presetClass="entr" presetSubtype="16" fill="hold" grpId="0" nodeType="withEffect">
                                  <p:stCondLst>
                                    <p:cond delay="1430"/>
                                  </p:stCondLst>
                                  <p:childTnLst>
                                    <p:set>
                                      <p:cBhvr>
                                        <p:cTn id="188" dur="1" fill="hold">
                                          <p:stCondLst>
                                            <p:cond delay="0"/>
                                          </p:stCondLst>
                                        </p:cTn>
                                        <p:tgtEl>
                                          <p:spTgt spid="44"/>
                                        </p:tgtEl>
                                        <p:attrNameLst>
                                          <p:attrName>style.visibility</p:attrName>
                                        </p:attrNameLst>
                                      </p:cBhvr>
                                      <p:to>
                                        <p:strVal val="visible"/>
                                      </p:to>
                                    </p:set>
                                    <p:anim calcmode="lin" valueType="num">
                                      <p:cBhvr>
                                        <p:cTn id="190" dur="550" fill="hold"/>
                                        <p:tgtEl>
                                          <p:spTgt spid="44"/>
                                        </p:tgtEl>
                                        <p:attrNameLst>
                                          <p:attrName>ppt_w</p:attrName>
                                        </p:attrNameLst>
                                      </p:cBhvr>
                                      <p:tavLst>
                                        <p:tav tm="0">
                                          <p:val>
                                            <p:strVal val="0"/>
                                          </p:val>
                                        </p:tav>
                                        <p:tav tm="100000">
                                          <p:val>
                                            <p:strVal val="#ppt_w"/>
                                          </p:val>
                                        </p:tav>
                                      </p:tavLst>
                                    </p:anim>
                                    <p:anim calcmode="lin" valueType="num">
                                      <p:cBhvr>
                                        <p:cTn id="191" dur="550" fill="hold"/>
                                        <p:tgtEl>
                                          <p:spTgt spid="44"/>
                                        </p:tgtEl>
                                        <p:attrNameLst>
                                          <p:attrName>ppt_h</p:attrName>
                                        </p:attrNameLst>
                                      </p:cBhvr>
                                      <p:tavLst>
                                        <p:tav tm="0">
                                          <p:val>
                                            <p:strVal val="0"/>
                                          </p:val>
                                        </p:tav>
                                        <p:tav tm="100000">
                                          <p:val>
                                            <p:strVal val="#ppt_h"/>
                                          </p:val>
                                        </p:tav>
                                      </p:tavLst>
                                    </p:anim>
                                    <p:animEffect transition="in" filter="fade">
                                      <p:cBhvr>
                                        <p:cTn id="192" dur="550"/>
                                        <p:tgtEl>
                                          <p:spTgt spid="44"/>
                                        </p:tgtEl>
                                      </p:cBhvr>
                                    </p:animEffect>
                                  </p:childTnLst>
                                </p:cTn>
                              </p:par>
                              <p:par>
                                <p:cTn id="194" presetID="53" presetClass="entr" presetSubtype="16" fill="hold" grpId="0" nodeType="withEffect">
                                  <p:stCondLst>
                                    <p:cond delay="1430"/>
                                  </p:stCondLst>
                                  <p:childTnLst>
                                    <p:set>
                                      <p:cBhvr>
                                        <p:cTn id="193" dur="1" fill="hold">
                                          <p:stCondLst>
                                            <p:cond delay="0"/>
                                          </p:stCondLst>
                                        </p:cTn>
                                        <p:tgtEl>
                                          <p:spTgt spid="45"/>
                                        </p:tgtEl>
                                        <p:attrNameLst>
                                          <p:attrName>style.visibility</p:attrName>
                                        </p:attrNameLst>
                                      </p:cBhvr>
                                      <p:to>
                                        <p:strVal val="visible"/>
                                      </p:to>
                                    </p:set>
                                    <p:anim calcmode="lin" valueType="num">
                                      <p:cBhvr>
                                        <p:cTn id="195" dur="550" fill="hold"/>
                                        <p:tgtEl>
                                          <p:spTgt spid="45"/>
                                        </p:tgtEl>
                                        <p:attrNameLst>
                                          <p:attrName>ppt_w</p:attrName>
                                        </p:attrNameLst>
                                      </p:cBhvr>
                                      <p:tavLst>
                                        <p:tav tm="0">
                                          <p:val>
                                            <p:strVal val="0"/>
                                          </p:val>
                                        </p:tav>
                                        <p:tav tm="100000">
                                          <p:val>
                                            <p:strVal val="#ppt_w"/>
                                          </p:val>
                                        </p:tav>
                                      </p:tavLst>
                                    </p:anim>
                                    <p:anim calcmode="lin" valueType="num">
                                      <p:cBhvr>
                                        <p:cTn id="196" dur="550" fill="hold"/>
                                        <p:tgtEl>
                                          <p:spTgt spid="45"/>
                                        </p:tgtEl>
                                        <p:attrNameLst>
                                          <p:attrName>ppt_h</p:attrName>
                                        </p:attrNameLst>
                                      </p:cBhvr>
                                      <p:tavLst>
                                        <p:tav tm="0">
                                          <p:val>
                                            <p:strVal val="0"/>
                                          </p:val>
                                        </p:tav>
                                        <p:tav tm="100000">
                                          <p:val>
                                            <p:strVal val="#ppt_h"/>
                                          </p:val>
                                        </p:tav>
                                      </p:tavLst>
                                    </p:anim>
                                    <p:animEffect transition="in" filter="fade">
                                      <p:cBhvr>
                                        <p:cTn id="197" dur="550"/>
                                        <p:tgtEl>
                                          <p:spTgt spid="45"/>
                                        </p:tgtEl>
                                      </p:cBhvr>
                                    </p:animEffect>
                                  </p:childTnLst>
                                </p:cTn>
                              </p:par>
                              <p:par>
                                <p:cTn id="199" presetID="42" presetClass="entr" presetSubtype="0" fill="hold" grpId="0" nodeType="withEffect">
                                  <p:stCondLst>
                                    <p:cond delay="1430"/>
                                  </p:stCondLst>
                                  <p:childTnLst>
                                    <p:set>
                                      <p:cBhvr>
                                        <p:cTn id="198" dur="1" fill="hold">
                                          <p:stCondLst>
                                            <p:cond delay="0"/>
                                          </p:stCondLst>
                                        </p:cTn>
                                        <p:tgtEl>
                                          <p:spTgt spid="46"/>
                                        </p:tgtEl>
                                        <p:attrNameLst>
                                          <p:attrName>style.visibility</p:attrName>
                                        </p:attrNameLst>
                                      </p:cBhvr>
                                      <p:to>
                                        <p:strVal val="visible"/>
                                      </p:to>
                                    </p:set>
                                    <p:animEffect transition="in" filter="fade">
                                      <p:cBhvr>
                                        <p:cTn id="200" dur="700"/>
                                        <p:tgtEl>
                                          <p:spTgt spid="46"/>
                                        </p:tgtEl>
                                      </p:cBhvr>
                                    </p:animEffect>
                                    <p:anim calcmode="lin" valueType="num">
                                      <p:cBhvr>
                                        <p:cTn id="201" dur="700" fill="hold"/>
                                        <p:tgtEl>
                                          <p:spTgt spid="46"/>
                                        </p:tgtEl>
                                        <p:attrNameLst>
                                          <p:attrName>ppt_x</p:attrName>
                                        </p:attrNameLst>
                                      </p:cBhvr>
                                      <p:tavLst>
                                        <p:tav tm="0">
                                          <p:val>
                                            <p:strVal val="#ppt_x"/>
                                          </p:val>
                                        </p:tav>
                                        <p:tav tm="100000">
                                          <p:val>
                                            <p:strVal val="#ppt_x"/>
                                          </p:val>
                                        </p:tav>
                                      </p:tavLst>
                                    </p:anim>
                                    <p:anim calcmode="lin" valueType="num">
                                      <p:cBhvr>
                                        <p:cTn id="202" dur="700" fill="hold"/>
                                        <p:tgtEl>
                                          <p:spTgt spid="46"/>
                                        </p:tgtEl>
                                        <p:attrNameLst>
                                          <p:attrName>ppt_y</p:attrName>
                                        </p:attrNameLst>
                                      </p:cBhvr>
                                      <p:tavLst>
                                        <p:tav tm="0">
                                          <p:val>
                                            <p:strVal val="#ppt_y+.06"/>
                                          </p:val>
                                        </p:tav>
                                        <p:tav tm="100000">
                                          <p:val>
                                            <p:strVal val="#ppt_y"/>
                                          </p:val>
                                        </p:tav>
                                      </p:tavLst>
                                    </p:anim>
                                  </p:childTnLst>
                                </p:cTn>
                              </p:par>
                              <p:par>
                                <p:cTn id="204" presetID="42" presetClass="entr" presetSubtype="0" fill="hold" grpId="0" nodeType="withEffect">
                                  <p:stCondLst>
                                    <p:cond delay="1430"/>
                                  </p:stCondLst>
                                  <p:childTnLst>
                                    <p:set>
                                      <p:cBhvr>
                                        <p:cTn id="203" dur="1" fill="hold">
                                          <p:stCondLst>
                                            <p:cond delay="0"/>
                                          </p:stCondLst>
                                        </p:cTn>
                                        <p:tgtEl>
                                          <p:spTgt spid="47"/>
                                        </p:tgtEl>
                                        <p:attrNameLst>
                                          <p:attrName>style.visibility</p:attrName>
                                        </p:attrNameLst>
                                      </p:cBhvr>
                                      <p:to>
                                        <p:strVal val="visible"/>
                                      </p:to>
                                    </p:set>
                                    <p:animEffect transition="in" filter="fade">
                                      <p:cBhvr>
                                        <p:cTn id="205" dur="700"/>
                                        <p:tgtEl>
                                          <p:spTgt spid="47"/>
                                        </p:tgtEl>
                                      </p:cBhvr>
                                    </p:animEffect>
                                    <p:anim calcmode="lin" valueType="num">
                                      <p:cBhvr>
                                        <p:cTn id="206" dur="700" fill="hold"/>
                                        <p:tgtEl>
                                          <p:spTgt spid="47"/>
                                        </p:tgtEl>
                                        <p:attrNameLst>
                                          <p:attrName>ppt_x</p:attrName>
                                        </p:attrNameLst>
                                      </p:cBhvr>
                                      <p:tavLst>
                                        <p:tav tm="0">
                                          <p:val>
                                            <p:strVal val="#ppt_x"/>
                                          </p:val>
                                        </p:tav>
                                        <p:tav tm="100000">
                                          <p:val>
                                            <p:strVal val="#ppt_x"/>
                                          </p:val>
                                        </p:tav>
                                      </p:tavLst>
                                    </p:anim>
                                    <p:anim calcmode="lin" valueType="num">
                                      <p:cBhvr>
                                        <p:cTn id="207" dur="700" fill="hold"/>
                                        <p:tgtEl>
                                          <p:spTgt spid="4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39" grpId="0" animBg="1"/>
      <p:bldP spid="41" grpId="0" animBg="1"/>
      <p:bldP spid="42" grpId="0" animBg="1"/>
      <p:bldP spid="43" grpId="0" animBg="1"/>
      <p:bldP spid="44" grpId="0" animBg="1"/>
      <p:bldP spid="46" grpId="0" animBg="1"/>
      <p:bldP spid="4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483121" y="-1952476"/>
            <a:ext cx="4916242" cy="4916242"/>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67251" y="283323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34807" y="4996422"/>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Major Entities and their Roles</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WHO USES IT</a:t>
            </a:r>
            <a:endParaRPr lang="en-US" sz="1300" dirty="0"/>
          </a:p>
        </p:txBody>
      </p:sp>
      <p:sp>
        <p:nvSpPr>
          <p:cNvPr id="8" name="tv|rise|1|"/>
          <p:cNvSpPr/>
          <p:nvPr/>
        </p:nvSpPr>
        <p:spPr>
          <a:xfrm>
            <a:off x="548640" y="1600200"/>
            <a:ext cx="2606040" cy="2926080"/>
          </a:xfrm>
          <a:prstGeom prst="roundRect">
            <a:avLst>
              <a:gd name="adj" fmla="val 4912"/>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9" name="tv|zoom|1|badge"/>
          <p:cNvSpPr/>
          <p:nvPr/>
        </p:nvSpPr>
        <p:spPr>
          <a:xfrm>
            <a:off x="777240" y="1828800"/>
            <a:ext cx="640080" cy="64008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0"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18058" y="1969618"/>
            <a:ext cx="358445" cy="358445"/>
          </a:xfrm>
          <a:prstGeom prst="rect">
            <a:avLst/>
          </a:prstGeom>
        </p:spPr>
      </p:pic>
      <p:sp>
        <p:nvSpPr>
          <p:cNvPr id="11" name="tv|rise|1|"/>
          <p:cNvSpPr txBox="1"/>
          <p:nvPr/>
        </p:nvSpPr>
        <p:spPr>
          <a:xfrm>
            <a:off x="1554480" y="1828800"/>
            <a:ext cx="1508760" cy="640080"/>
          </a:xfrm>
          <a:prstGeom prst="rect">
            <a:avLst/>
          </a:prstGeom>
          <a:noFill/>
          <a:ln/>
        </p:spPr>
        <p:txBody>
          <a:bodyPr wrap="square" lIns="0" tIns="0" rIns="0" bIns="0" rtlCol="0" anchor="ctr"/>
          <a:lstStyle/>
          <a:p>
            <a:pPr indent="0" marL="0">
              <a:buNone/>
            </a:pPr>
            <a:r>
              <a:rPr lang="en-US" sz="1600" b="1" dirty="0">
                <a:solidFill>
                  <a:srgbClr val="EEFBFF"/>
                </a:solidFill>
              </a:rPr>
              <a:t>Student</a:t>
            </a:r>
            <a:endParaRPr lang="en-US" sz="1600" dirty="0"/>
          </a:p>
        </p:txBody>
      </p:sp>
      <p:sp>
        <p:nvSpPr>
          <p:cNvPr id="12" name="tv|rise|1|"/>
          <p:cNvSpPr txBox="1"/>
          <p:nvPr/>
        </p:nvSpPr>
        <p:spPr>
          <a:xfrm>
            <a:off x="777240"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9FC4CF"/>
                </a:solidFill>
              </a:rPr>
              <a:t>Registers with a valid MX roll number</a:t>
            </a:r>
            <a:endParaRPr lang="en-US" sz="1400" dirty="0"/>
          </a:p>
          <a:p>
            <a:pPr marL="342900" indent="-342900">
              <a:spcAft>
                <a:spcPts val="600"/>
              </a:spcAft>
              <a:buSzPct val="100000"/>
              <a:buChar char="•"/>
            </a:pPr>
            <a:r>
              <a:rPr lang="en-US" sz="1400" dirty="0">
                <a:solidFill>
                  <a:srgbClr val="9FC4CF"/>
                </a:solidFill>
              </a:rPr>
              <a:t>Uploads and manages documents in the vault</a:t>
            </a:r>
            <a:endParaRPr lang="en-US" sz="1400" dirty="0"/>
          </a:p>
          <a:p>
            <a:pPr marL="342900" indent="-342900">
              <a:spcAft>
                <a:spcPts val="600"/>
              </a:spcAft>
              <a:buSzPct val="100000"/>
              <a:buChar char="•"/>
            </a:pPr>
            <a:r>
              <a:rPr lang="en-US" sz="1400" dirty="0">
                <a:solidFill>
                  <a:srgbClr val="9FC4CF"/>
                </a:solidFill>
              </a:rPr>
              <a:t>Approves or denies faculty requests</a:t>
            </a:r>
            <a:endParaRPr lang="en-US" sz="1400" dirty="0"/>
          </a:p>
        </p:txBody>
      </p:sp>
      <p:sp>
        <p:nvSpPr>
          <p:cNvPr id="13" name="tv|rise|2|"/>
          <p:cNvSpPr/>
          <p:nvPr/>
        </p:nvSpPr>
        <p:spPr>
          <a:xfrm>
            <a:off x="3377794" y="1600200"/>
            <a:ext cx="2606040" cy="2926080"/>
          </a:xfrm>
          <a:prstGeom prst="roundRect">
            <a:avLst>
              <a:gd name="adj" fmla="val 4912"/>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4" name="tv|zoom|2|badge"/>
          <p:cNvSpPr/>
          <p:nvPr/>
        </p:nvSpPr>
        <p:spPr>
          <a:xfrm>
            <a:off x="3606394" y="1828800"/>
            <a:ext cx="640080" cy="64008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5"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747211" y="1969618"/>
            <a:ext cx="358445" cy="358445"/>
          </a:xfrm>
          <a:prstGeom prst="rect">
            <a:avLst/>
          </a:prstGeom>
        </p:spPr>
      </p:pic>
      <p:sp>
        <p:nvSpPr>
          <p:cNvPr id="16" name="tv|rise|2|"/>
          <p:cNvSpPr txBox="1"/>
          <p:nvPr/>
        </p:nvSpPr>
        <p:spPr>
          <a:xfrm>
            <a:off x="4383634" y="1828800"/>
            <a:ext cx="1508760" cy="640080"/>
          </a:xfrm>
          <a:prstGeom prst="rect">
            <a:avLst/>
          </a:prstGeom>
          <a:noFill/>
          <a:ln/>
        </p:spPr>
        <p:txBody>
          <a:bodyPr wrap="square" lIns="0" tIns="0" rIns="0" bIns="0" rtlCol="0" anchor="ctr"/>
          <a:lstStyle/>
          <a:p>
            <a:pPr indent="0" marL="0">
              <a:buNone/>
            </a:pPr>
            <a:r>
              <a:rPr lang="en-US" sz="1600" b="1" dirty="0">
                <a:solidFill>
                  <a:srgbClr val="EEFBFF"/>
                </a:solidFill>
              </a:rPr>
              <a:t>Faculty (Verifier)</a:t>
            </a:r>
            <a:endParaRPr lang="en-US" sz="1600" dirty="0"/>
          </a:p>
        </p:txBody>
      </p:sp>
      <p:sp>
        <p:nvSpPr>
          <p:cNvPr id="17" name="tv|rise|2|"/>
          <p:cNvSpPr txBox="1"/>
          <p:nvPr/>
        </p:nvSpPr>
        <p:spPr>
          <a:xfrm>
            <a:off x="3606394"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9FC4CF"/>
                </a:solidFill>
              </a:rPr>
              <a:t>Joins with a department code or invitation</a:t>
            </a:r>
            <a:endParaRPr lang="en-US" sz="1400" dirty="0"/>
          </a:p>
          <a:p>
            <a:pPr marL="342900" indent="-342900">
              <a:spcAft>
                <a:spcPts val="600"/>
              </a:spcAft>
              <a:buSzPct val="100000"/>
              <a:buChar char="•"/>
            </a:pPr>
            <a:r>
              <a:rPr lang="en-US" sz="1400" dirty="0">
                <a:solidFill>
                  <a:srgbClr val="9FC4CF"/>
                </a:solidFill>
              </a:rPr>
              <a:t>Requests documents from a student or batch</a:t>
            </a:r>
            <a:endParaRPr lang="en-US" sz="1400" dirty="0"/>
          </a:p>
          <a:p>
            <a:pPr marL="342900" indent="-342900">
              <a:spcAft>
                <a:spcPts val="600"/>
              </a:spcAft>
              <a:buSzPct val="100000"/>
              <a:buChar char="•"/>
            </a:pPr>
            <a:r>
              <a:rPr lang="en-US" sz="1400" dirty="0">
                <a:solidFill>
                  <a:srgbClr val="9FC4CF"/>
                </a:solidFill>
              </a:rPr>
              <a:t>Opens each shared document once</a:t>
            </a:r>
            <a:endParaRPr lang="en-US" sz="1400" dirty="0"/>
          </a:p>
        </p:txBody>
      </p:sp>
      <p:sp>
        <p:nvSpPr>
          <p:cNvPr id="18" name="tv|rise|3|"/>
          <p:cNvSpPr/>
          <p:nvPr/>
        </p:nvSpPr>
        <p:spPr>
          <a:xfrm>
            <a:off x="6206947" y="1600200"/>
            <a:ext cx="2606040" cy="2926080"/>
          </a:xfrm>
          <a:prstGeom prst="roundRect">
            <a:avLst>
              <a:gd name="adj" fmla="val 4912"/>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9" name="tv|zoom|3|badge"/>
          <p:cNvSpPr/>
          <p:nvPr/>
        </p:nvSpPr>
        <p:spPr>
          <a:xfrm>
            <a:off x="6435547" y="1828800"/>
            <a:ext cx="640080" cy="64008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20"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76365" y="1969618"/>
            <a:ext cx="358445" cy="358445"/>
          </a:xfrm>
          <a:prstGeom prst="rect">
            <a:avLst/>
          </a:prstGeom>
        </p:spPr>
      </p:pic>
      <p:sp>
        <p:nvSpPr>
          <p:cNvPr id="21" name="tv|rise|3|"/>
          <p:cNvSpPr txBox="1"/>
          <p:nvPr/>
        </p:nvSpPr>
        <p:spPr>
          <a:xfrm>
            <a:off x="7212787" y="1828800"/>
            <a:ext cx="1508760" cy="640080"/>
          </a:xfrm>
          <a:prstGeom prst="rect">
            <a:avLst/>
          </a:prstGeom>
          <a:noFill/>
          <a:ln/>
        </p:spPr>
        <p:txBody>
          <a:bodyPr wrap="square" lIns="0" tIns="0" rIns="0" bIns="0" rtlCol="0" anchor="ctr"/>
          <a:lstStyle/>
          <a:p>
            <a:pPr indent="0" marL="0">
              <a:buNone/>
            </a:pPr>
            <a:r>
              <a:rPr lang="en-US" sz="1600" b="1" dirty="0">
                <a:solidFill>
                  <a:srgbClr val="EEFBFF"/>
                </a:solidFill>
              </a:rPr>
              <a:t>Administrator</a:t>
            </a:r>
            <a:endParaRPr lang="en-US" sz="1600" dirty="0"/>
          </a:p>
        </p:txBody>
      </p:sp>
      <p:sp>
        <p:nvSpPr>
          <p:cNvPr id="22" name="tv|rise|3|"/>
          <p:cNvSpPr txBox="1"/>
          <p:nvPr/>
        </p:nvSpPr>
        <p:spPr>
          <a:xfrm>
            <a:off x="6435547"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9FC4CF"/>
                </a:solidFill>
              </a:rPr>
              <a:t>Manages users, roles and invitations</a:t>
            </a:r>
            <a:endParaRPr lang="en-US" sz="1400" dirty="0"/>
          </a:p>
          <a:p>
            <a:pPr marL="342900" indent="-342900">
              <a:spcAft>
                <a:spcPts val="600"/>
              </a:spcAft>
              <a:buSzPct val="100000"/>
              <a:buChar char="•"/>
            </a:pPr>
            <a:r>
              <a:rPr lang="en-US" sz="1400" dirty="0">
                <a:solidFill>
                  <a:srgbClr val="9FC4CF"/>
                </a:solidFill>
              </a:rPr>
              <a:t>Reviews requests and the audit log</a:t>
            </a:r>
            <a:endParaRPr lang="en-US" sz="1400" dirty="0"/>
          </a:p>
          <a:p>
            <a:pPr marL="342900" indent="-342900">
              <a:spcAft>
                <a:spcPts val="600"/>
              </a:spcAft>
              <a:buSzPct val="100000"/>
              <a:buChar char="•"/>
            </a:pPr>
            <a:r>
              <a:rPr lang="en-US" sz="1400" dirty="0">
                <a:solidFill>
                  <a:srgbClr val="9FC4CF"/>
                </a:solidFill>
              </a:rPr>
              <a:t>Cannot open students’ files</a:t>
            </a:r>
            <a:endParaRPr lang="en-US" sz="1400" dirty="0"/>
          </a:p>
        </p:txBody>
      </p:sp>
      <p:sp>
        <p:nvSpPr>
          <p:cNvPr id="23" name="tv|rise|4|"/>
          <p:cNvSpPr/>
          <p:nvPr/>
        </p:nvSpPr>
        <p:spPr>
          <a:xfrm>
            <a:off x="9036101" y="1600200"/>
            <a:ext cx="2606040" cy="2926080"/>
          </a:xfrm>
          <a:prstGeom prst="roundRect">
            <a:avLst>
              <a:gd name="adj" fmla="val 4912"/>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4" name="tv|zoom|4|badge"/>
          <p:cNvSpPr/>
          <p:nvPr/>
        </p:nvSpPr>
        <p:spPr>
          <a:xfrm>
            <a:off x="9264701" y="1828800"/>
            <a:ext cx="640080" cy="64008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25"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05518" y="1969618"/>
            <a:ext cx="358445" cy="358445"/>
          </a:xfrm>
          <a:prstGeom prst="rect">
            <a:avLst/>
          </a:prstGeom>
        </p:spPr>
      </p:pic>
      <p:sp>
        <p:nvSpPr>
          <p:cNvPr id="26" name="tv|rise|4|"/>
          <p:cNvSpPr txBox="1"/>
          <p:nvPr/>
        </p:nvSpPr>
        <p:spPr>
          <a:xfrm>
            <a:off x="10041941" y="1828800"/>
            <a:ext cx="1508760" cy="640080"/>
          </a:xfrm>
          <a:prstGeom prst="rect">
            <a:avLst/>
          </a:prstGeom>
          <a:noFill/>
          <a:ln/>
        </p:spPr>
        <p:txBody>
          <a:bodyPr wrap="square" lIns="0" tIns="0" rIns="0" bIns="0" rtlCol="0" anchor="ctr"/>
          <a:lstStyle/>
          <a:p>
            <a:pPr indent="0" marL="0">
              <a:buNone/>
            </a:pPr>
            <a:r>
              <a:rPr lang="en-US" sz="1600" b="1" dirty="0">
                <a:solidFill>
                  <a:srgbClr val="EEFBFF"/>
                </a:solidFill>
              </a:rPr>
              <a:t>TrustVault System</a:t>
            </a:r>
            <a:endParaRPr lang="en-US" sz="1600" dirty="0"/>
          </a:p>
        </p:txBody>
      </p:sp>
      <p:sp>
        <p:nvSpPr>
          <p:cNvPr id="27" name="tv|rise|4|"/>
          <p:cNvSpPr txBox="1"/>
          <p:nvPr/>
        </p:nvSpPr>
        <p:spPr>
          <a:xfrm>
            <a:off x="9264701"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9FC4CF"/>
                </a:solidFill>
              </a:rPr>
              <a:t>Encrypts and fingerprints every file</a:t>
            </a:r>
            <a:endParaRPr lang="en-US" sz="1400" dirty="0"/>
          </a:p>
          <a:p>
            <a:pPr marL="342900" indent="-342900">
              <a:spcAft>
                <a:spcPts val="600"/>
              </a:spcAft>
              <a:buSzPct val="100000"/>
              <a:buChar char="•"/>
            </a:pPr>
            <a:r>
              <a:rPr lang="en-US" sz="1400" dirty="0">
                <a:solidFill>
                  <a:srgbClr val="9FC4CF"/>
                </a:solidFill>
              </a:rPr>
              <a:t>Runs the automatic verification checks</a:t>
            </a:r>
            <a:endParaRPr lang="en-US" sz="1400" dirty="0"/>
          </a:p>
          <a:p>
            <a:pPr marL="342900" indent="-342900">
              <a:spcAft>
                <a:spcPts val="600"/>
              </a:spcAft>
              <a:buSzPct val="100000"/>
              <a:buChar char="•"/>
            </a:pPr>
            <a:r>
              <a:rPr lang="en-US" sz="1400" dirty="0">
                <a:solidFill>
                  <a:srgbClr val="9FC4CF"/>
                </a:solidFill>
              </a:rPr>
              <a:t>Seals each action in the hash-chained ledger</a:t>
            </a:r>
            <a:endParaRPr lang="en-US" sz="1400" dirty="0"/>
          </a:p>
        </p:txBody>
      </p:sp>
      <p:sp>
        <p:nvSpPr>
          <p:cNvPr id="28" name="tv|fade|5|"/>
          <p:cNvSpPr txBox="1"/>
          <p:nvPr/>
        </p:nvSpPr>
        <p:spPr>
          <a:xfrm>
            <a:off x="548640" y="4727448"/>
            <a:ext cx="3657600" cy="256032"/>
          </a:xfrm>
          <a:prstGeom prst="rect">
            <a:avLst/>
          </a:prstGeom>
          <a:noFill/>
          <a:ln/>
        </p:spPr>
        <p:txBody>
          <a:bodyPr wrap="square" lIns="0" tIns="0" rIns="0" bIns="0" rtlCol="0" anchor="t"/>
          <a:lstStyle/>
          <a:p>
            <a:pPr indent="0" marL="0">
              <a:buNone/>
            </a:pPr>
            <a:r>
              <a:rPr lang="en-US" sz="1100" b="1" spc="300" kern="0" dirty="0">
                <a:solidFill>
                  <a:srgbClr val="9FC4CF"/>
                </a:solidFill>
              </a:rPr>
              <a:t>DATA ENTITIES</a:t>
            </a:r>
            <a:endParaRPr lang="en-US" sz="1100" dirty="0"/>
          </a:p>
        </p:txBody>
      </p:sp>
      <p:sp>
        <p:nvSpPr>
          <p:cNvPr id="29" name="tv|rise|6|"/>
          <p:cNvSpPr/>
          <p:nvPr/>
        </p:nvSpPr>
        <p:spPr>
          <a:xfrm>
            <a:off x="548640" y="5029200"/>
            <a:ext cx="2072945" cy="1143000"/>
          </a:xfrm>
          <a:prstGeom prst="roundRect">
            <a:avLst>
              <a:gd name="adj" fmla="val 11200"/>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0" name="tv|rise|6|"/>
          <p:cNvSpPr txBox="1"/>
          <p:nvPr/>
        </p:nvSpPr>
        <p:spPr>
          <a:xfrm>
            <a:off x="713232"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2EF2B0"/>
                    </a:gs>
                    <a:gs pos="50000">
                      <a:srgbClr val="19B8FF"/>
                    </a:gs>
                    <a:gs pos="100000">
                      <a:srgbClr val="7C5CFF"/>
                    </a:gs>
                  </a:gsLst>
                  <a:lin ang="0" scaled="0"/>
                </a:gradFill>
              </a:rPr>
              <a:t>Users</a:t>
            </a:r>
            <a:endParaRPr lang="en-US" sz="1400" dirty="0"/>
          </a:p>
        </p:txBody>
      </p:sp>
      <p:sp>
        <p:nvSpPr>
          <p:cNvPr id="31" name="tv|rise|6|"/>
          <p:cNvSpPr txBox="1"/>
          <p:nvPr/>
        </p:nvSpPr>
        <p:spPr>
          <a:xfrm>
            <a:off x="713232" y="5431536"/>
            <a:ext cx="1828800" cy="676656"/>
          </a:xfrm>
          <a:prstGeom prst="rect">
            <a:avLst/>
          </a:prstGeom>
          <a:noFill/>
          <a:ln/>
        </p:spPr>
        <p:txBody>
          <a:bodyPr wrap="square" lIns="0" tIns="0" rIns="0" bIns="0" rtlCol="0" anchor="t"/>
          <a:lstStyle/>
          <a:p>
            <a:pPr indent="0" marL="0">
              <a:buNone/>
            </a:pPr>
            <a:r>
              <a:rPr lang="en-US" sz="1200" dirty="0">
                <a:solidFill>
                  <a:srgbClr val="9FC4CF"/>
                </a:solidFill>
              </a:rPr>
              <a:t>Name, roll number, role, 2FA and PIN hashes</a:t>
            </a:r>
            <a:endParaRPr lang="en-US" sz="1200" dirty="0"/>
          </a:p>
        </p:txBody>
      </p:sp>
      <p:sp>
        <p:nvSpPr>
          <p:cNvPr id="32" name="tv|rise|7|"/>
          <p:cNvSpPr/>
          <p:nvPr/>
        </p:nvSpPr>
        <p:spPr>
          <a:xfrm>
            <a:off x="2804465" y="5029200"/>
            <a:ext cx="2072945" cy="1143000"/>
          </a:xfrm>
          <a:prstGeom prst="roundRect">
            <a:avLst>
              <a:gd name="adj" fmla="val 11200"/>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3" name="tv|rise|7|"/>
          <p:cNvSpPr txBox="1"/>
          <p:nvPr/>
        </p:nvSpPr>
        <p:spPr>
          <a:xfrm>
            <a:off x="2969057"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2EF2B0"/>
                    </a:gs>
                    <a:gs pos="50000">
                      <a:srgbClr val="19B8FF"/>
                    </a:gs>
                    <a:gs pos="100000">
                      <a:srgbClr val="7C5CFF"/>
                    </a:gs>
                  </a:gsLst>
                  <a:lin ang="0" scaled="0"/>
                </a:gradFill>
              </a:rPr>
              <a:t>Documents</a:t>
            </a:r>
            <a:endParaRPr lang="en-US" sz="1400" dirty="0"/>
          </a:p>
        </p:txBody>
      </p:sp>
      <p:sp>
        <p:nvSpPr>
          <p:cNvPr id="34" name="tv|rise|7|"/>
          <p:cNvSpPr txBox="1"/>
          <p:nvPr/>
        </p:nvSpPr>
        <p:spPr>
          <a:xfrm>
            <a:off x="2969057" y="5431536"/>
            <a:ext cx="1828800" cy="676656"/>
          </a:xfrm>
          <a:prstGeom prst="rect">
            <a:avLst/>
          </a:prstGeom>
          <a:noFill/>
          <a:ln/>
        </p:spPr>
        <p:txBody>
          <a:bodyPr wrap="square" lIns="0" tIns="0" rIns="0" bIns="0" rtlCol="0" anchor="t"/>
          <a:lstStyle/>
          <a:p>
            <a:pPr indent="0" marL="0">
              <a:buNone/>
            </a:pPr>
            <a:r>
              <a:rPr lang="en-US" sz="1200" dirty="0">
                <a:solidFill>
                  <a:srgbClr val="9FC4CF"/>
                </a:solidFill>
              </a:rPr>
              <a:t>Type, masked number, SHA-256, status, check score</a:t>
            </a:r>
            <a:endParaRPr lang="en-US" sz="1200" dirty="0"/>
          </a:p>
        </p:txBody>
      </p:sp>
      <p:sp>
        <p:nvSpPr>
          <p:cNvPr id="35" name="tv|rise|8|"/>
          <p:cNvSpPr/>
          <p:nvPr/>
        </p:nvSpPr>
        <p:spPr>
          <a:xfrm>
            <a:off x="5060290" y="5029200"/>
            <a:ext cx="2072945" cy="1143000"/>
          </a:xfrm>
          <a:prstGeom prst="roundRect">
            <a:avLst>
              <a:gd name="adj" fmla="val 11200"/>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6" name="tv|rise|8|"/>
          <p:cNvSpPr txBox="1"/>
          <p:nvPr/>
        </p:nvSpPr>
        <p:spPr>
          <a:xfrm>
            <a:off x="5224882"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2EF2B0"/>
                    </a:gs>
                    <a:gs pos="50000">
                      <a:srgbClr val="19B8FF"/>
                    </a:gs>
                    <a:gs pos="100000">
                      <a:srgbClr val="7C5CFF"/>
                    </a:gs>
                  </a:gsLst>
                  <a:lin ang="0" scaled="0"/>
                </a:gradFill>
              </a:rPr>
              <a:t>Access requests</a:t>
            </a:r>
            <a:endParaRPr lang="en-US" sz="1400" dirty="0"/>
          </a:p>
        </p:txBody>
      </p:sp>
      <p:sp>
        <p:nvSpPr>
          <p:cNvPr id="37" name="tv|rise|8|"/>
          <p:cNvSpPr txBox="1"/>
          <p:nvPr/>
        </p:nvSpPr>
        <p:spPr>
          <a:xfrm>
            <a:off x="5224882" y="5431536"/>
            <a:ext cx="1828800" cy="676656"/>
          </a:xfrm>
          <a:prstGeom prst="rect">
            <a:avLst/>
          </a:prstGeom>
          <a:noFill/>
          <a:ln/>
        </p:spPr>
        <p:txBody>
          <a:bodyPr wrap="square" lIns="0" tIns="0" rIns="0" bIns="0" rtlCol="0" anchor="t"/>
          <a:lstStyle/>
          <a:p>
            <a:pPr indent="0" marL="0">
              <a:buNone/>
            </a:pPr>
            <a:r>
              <a:rPr lang="en-US" sz="1200" dirty="0">
                <a:solidFill>
                  <a:srgbClr val="9FC4CF"/>
                </a:solidFill>
              </a:rPr>
              <a:t>Who asked, types asked and shared, 24 h expiry</a:t>
            </a:r>
            <a:endParaRPr lang="en-US" sz="1200" dirty="0"/>
          </a:p>
        </p:txBody>
      </p:sp>
      <p:sp>
        <p:nvSpPr>
          <p:cNvPr id="38" name="tv|rise|9|"/>
          <p:cNvSpPr/>
          <p:nvPr/>
        </p:nvSpPr>
        <p:spPr>
          <a:xfrm>
            <a:off x="7316114" y="5029200"/>
            <a:ext cx="2072945" cy="1143000"/>
          </a:xfrm>
          <a:prstGeom prst="roundRect">
            <a:avLst>
              <a:gd name="adj" fmla="val 11200"/>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9" name="tv|rise|9|"/>
          <p:cNvSpPr txBox="1"/>
          <p:nvPr/>
        </p:nvSpPr>
        <p:spPr>
          <a:xfrm>
            <a:off x="7480706"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2EF2B0"/>
                    </a:gs>
                    <a:gs pos="50000">
                      <a:srgbClr val="19B8FF"/>
                    </a:gs>
                    <a:gs pos="100000">
                      <a:srgbClr val="7C5CFF"/>
                    </a:gs>
                  </a:gsLst>
                  <a:lin ang="0" scaled="0"/>
                </a:gradFill>
              </a:rPr>
              <a:t>Ledger blocks</a:t>
            </a:r>
            <a:endParaRPr lang="en-US" sz="1400" dirty="0"/>
          </a:p>
        </p:txBody>
      </p:sp>
      <p:sp>
        <p:nvSpPr>
          <p:cNvPr id="40" name="tv|rise|9|"/>
          <p:cNvSpPr txBox="1"/>
          <p:nvPr/>
        </p:nvSpPr>
        <p:spPr>
          <a:xfrm>
            <a:off x="7480706" y="5431536"/>
            <a:ext cx="1828800" cy="676656"/>
          </a:xfrm>
          <a:prstGeom prst="rect">
            <a:avLst/>
          </a:prstGeom>
          <a:noFill/>
          <a:ln/>
        </p:spPr>
        <p:txBody>
          <a:bodyPr wrap="square" lIns="0" tIns="0" rIns="0" bIns="0" rtlCol="0" anchor="t"/>
          <a:lstStyle/>
          <a:p>
            <a:pPr indent="0" marL="0">
              <a:buNone/>
            </a:pPr>
            <a:r>
              <a:rPr lang="en-US" sz="1200" dirty="0">
                <a:solidFill>
                  <a:srgbClr val="9FC4CF"/>
                </a:solidFill>
              </a:rPr>
              <a:t>File hash, previous hash and block hash</a:t>
            </a:r>
            <a:endParaRPr lang="en-US" sz="1200" dirty="0"/>
          </a:p>
        </p:txBody>
      </p:sp>
      <p:sp>
        <p:nvSpPr>
          <p:cNvPr id="41" name="tv|rise|10|"/>
          <p:cNvSpPr/>
          <p:nvPr/>
        </p:nvSpPr>
        <p:spPr>
          <a:xfrm>
            <a:off x="9571939" y="5029200"/>
            <a:ext cx="2072945" cy="1143000"/>
          </a:xfrm>
          <a:prstGeom prst="roundRect">
            <a:avLst>
              <a:gd name="adj" fmla="val 11200"/>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42" name="tv|rise|10|"/>
          <p:cNvSpPr txBox="1"/>
          <p:nvPr/>
        </p:nvSpPr>
        <p:spPr>
          <a:xfrm>
            <a:off x="9736531"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2EF2B0"/>
                    </a:gs>
                    <a:gs pos="50000">
                      <a:srgbClr val="19B8FF"/>
                    </a:gs>
                    <a:gs pos="100000">
                      <a:srgbClr val="7C5CFF"/>
                    </a:gs>
                  </a:gsLst>
                  <a:lin ang="0" scaled="0"/>
                </a:gradFill>
              </a:rPr>
              <a:t>Audit log</a:t>
            </a:r>
            <a:endParaRPr lang="en-US" sz="1400" dirty="0"/>
          </a:p>
        </p:txBody>
      </p:sp>
      <p:sp>
        <p:nvSpPr>
          <p:cNvPr id="43" name="tv|rise|10|"/>
          <p:cNvSpPr txBox="1"/>
          <p:nvPr/>
        </p:nvSpPr>
        <p:spPr>
          <a:xfrm>
            <a:off x="9736531" y="5431536"/>
            <a:ext cx="1828800" cy="676656"/>
          </a:xfrm>
          <a:prstGeom prst="rect">
            <a:avLst/>
          </a:prstGeom>
          <a:noFill/>
          <a:ln/>
        </p:spPr>
        <p:txBody>
          <a:bodyPr wrap="square" lIns="0" tIns="0" rIns="0" bIns="0" rtlCol="0" anchor="t"/>
          <a:lstStyle/>
          <a:p>
            <a:pPr indent="0" marL="0">
              <a:buNone/>
            </a:pPr>
            <a:r>
              <a:rPr lang="en-US" sz="1200" dirty="0">
                <a:solidFill>
                  <a:srgbClr val="9FC4CF"/>
                </a:solidFill>
              </a:rPr>
              <a:t>Who did what, to whose data, and when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53" presetClass="entr" presetSubtype="16"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 calcmode="lin" valueType="num">
                                      <p:cBhvr>
                                        <p:cTn id="20" dur="550" fill="hold"/>
                                        <p:tgtEl>
                                          <p:spTgt spid="10"/>
                                        </p:tgtEl>
                                        <p:attrNameLst>
                                          <p:attrName>ppt_w</p:attrName>
                                        </p:attrNameLst>
                                      </p:cBhvr>
                                      <p:tavLst>
                                        <p:tav tm="0">
                                          <p:val>
                                            <p:strVal val="0"/>
                                          </p:val>
                                        </p:tav>
                                        <p:tav tm="100000">
                                          <p:val>
                                            <p:strVal val="#ppt_w"/>
                                          </p:val>
                                        </p:tav>
                                      </p:tavLst>
                                    </p:anim>
                                    <p:anim calcmode="lin" valueType="num">
                                      <p:cBhvr>
                                        <p:cTn id="21" dur="550" fill="hold"/>
                                        <p:tgtEl>
                                          <p:spTgt spid="10"/>
                                        </p:tgtEl>
                                        <p:attrNameLst>
                                          <p:attrName>ppt_h</p:attrName>
                                        </p:attrNameLst>
                                      </p:cBhvr>
                                      <p:tavLst>
                                        <p:tav tm="0">
                                          <p:val>
                                            <p:strVal val="0"/>
                                          </p:val>
                                        </p:tav>
                                        <p:tav tm="100000">
                                          <p:val>
                                            <p:strVal val="#ppt_h"/>
                                          </p:val>
                                        </p:tav>
                                      </p:tavLst>
                                    </p:anim>
                                    <p:animEffect transition="in" filter="fade">
                                      <p:cBhvr>
                                        <p:cTn id="22" dur="550"/>
                                        <p:tgtEl>
                                          <p:spTgt spid="10"/>
                                        </p:tgtEl>
                                      </p:cBhvr>
                                    </p:animEffect>
                                  </p:childTnLst>
                                </p:cTn>
                              </p:par>
                              <p:par>
                                <p:cTn id="24" presetID="42" presetClass="entr" presetSubtype="0"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Effect transition="in" filter="fade">
                                      <p:cBhvr>
                                        <p:cTn id="25" dur="700"/>
                                        <p:tgtEl>
                                          <p:spTgt spid="11"/>
                                        </p:tgtEl>
                                      </p:cBhvr>
                                    </p:animEffect>
                                    <p:anim calcmode="lin" valueType="num">
                                      <p:cBhvr>
                                        <p:cTn id="26" dur="700" fill="hold"/>
                                        <p:tgtEl>
                                          <p:spTgt spid="11"/>
                                        </p:tgtEl>
                                        <p:attrNameLst>
                                          <p:attrName>ppt_x</p:attrName>
                                        </p:attrNameLst>
                                      </p:cBhvr>
                                      <p:tavLst>
                                        <p:tav tm="0">
                                          <p:val>
                                            <p:strVal val="#ppt_x"/>
                                          </p:val>
                                        </p:tav>
                                        <p:tav tm="100000">
                                          <p:val>
                                            <p:strVal val="#ppt_x"/>
                                          </p:val>
                                        </p:tav>
                                      </p:tavLst>
                                    </p:anim>
                                    <p:anim calcmode="lin" valueType="num">
                                      <p:cBhvr>
                                        <p:cTn id="27" dur="700" fill="hold"/>
                                        <p:tgtEl>
                                          <p:spTgt spid="11"/>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14"/>
                                        </p:tgtEl>
                                        <p:attrNameLst>
                                          <p:attrName>style.visibility</p:attrName>
                                        </p:attrNameLst>
                                      </p:cBhvr>
                                      <p:to>
                                        <p:strVal val="visible"/>
                                      </p:to>
                                    </p:set>
                                    <p:anim calcmode="lin" valueType="num">
                                      <p:cBhvr>
                                        <p:cTn id="40" dur="550" fill="hold"/>
                                        <p:tgtEl>
                                          <p:spTgt spid="14"/>
                                        </p:tgtEl>
                                        <p:attrNameLst>
                                          <p:attrName>ppt_w</p:attrName>
                                        </p:attrNameLst>
                                      </p:cBhvr>
                                      <p:tavLst>
                                        <p:tav tm="0">
                                          <p:val>
                                            <p:strVal val="0"/>
                                          </p:val>
                                        </p:tav>
                                        <p:tav tm="100000">
                                          <p:val>
                                            <p:strVal val="#ppt_w"/>
                                          </p:val>
                                        </p:tav>
                                      </p:tavLst>
                                    </p:anim>
                                    <p:anim calcmode="lin" valueType="num">
                                      <p:cBhvr>
                                        <p:cTn id="41" dur="550" fill="hold"/>
                                        <p:tgtEl>
                                          <p:spTgt spid="14"/>
                                        </p:tgtEl>
                                        <p:attrNameLst>
                                          <p:attrName>ppt_h</p:attrName>
                                        </p:attrNameLst>
                                      </p:cBhvr>
                                      <p:tavLst>
                                        <p:tav tm="0">
                                          <p:val>
                                            <p:strVal val="0"/>
                                          </p:val>
                                        </p:tav>
                                        <p:tav tm="100000">
                                          <p:val>
                                            <p:strVal val="#ppt_h"/>
                                          </p:val>
                                        </p:tav>
                                      </p:tavLst>
                                    </p:anim>
                                    <p:animEffect transition="in" filter="fade">
                                      <p:cBhvr>
                                        <p:cTn id="42" dur="550"/>
                                        <p:tgtEl>
                                          <p:spTgt spid="14"/>
                                        </p:tgtEl>
                                      </p:cBhvr>
                                    </p:animEffect>
                                  </p:childTnLst>
                                </p:cTn>
                              </p:par>
                              <p:par>
                                <p:cTn id="44" presetID="53" presetClass="entr" presetSubtype="16"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 calcmode="lin" valueType="num">
                                      <p:cBhvr>
                                        <p:cTn id="45" dur="550" fill="hold"/>
                                        <p:tgtEl>
                                          <p:spTgt spid="15"/>
                                        </p:tgtEl>
                                        <p:attrNameLst>
                                          <p:attrName>ppt_w</p:attrName>
                                        </p:attrNameLst>
                                      </p:cBhvr>
                                      <p:tavLst>
                                        <p:tav tm="0">
                                          <p:val>
                                            <p:strVal val="0"/>
                                          </p:val>
                                        </p:tav>
                                        <p:tav tm="100000">
                                          <p:val>
                                            <p:strVal val="#ppt_w"/>
                                          </p:val>
                                        </p:tav>
                                      </p:tavLst>
                                    </p:anim>
                                    <p:anim calcmode="lin" valueType="num">
                                      <p:cBhvr>
                                        <p:cTn id="46" dur="550" fill="hold"/>
                                        <p:tgtEl>
                                          <p:spTgt spid="15"/>
                                        </p:tgtEl>
                                        <p:attrNameLst>
                                          <p:attrName>ppt_h</p:attrName>
                                        </p:attrNameLst>
                                      </p:cBhvr>
                                      <p:tavLst>
                                        <p:tav tm="0">
                                          <p:val>
                                            <p:strVal val="0"/>
                                          </p:val>
                                        </p:tav>
                                        <p:tav tm="100000">
                                          <p:val>
                                            <p:strVal val="#ppt_h"/>
                                          </p:val>
                                        </p:tav>
                                      </p:tavLst>
                                    </p:anim>
                                    <p:animEffect transition="in" filter="fade">
                                      <p:cBhvr>
                                        <p:cTn id="47" dur="550"/>
                                        <p:tgtEl>
                                          <p:spTgt spid="15"/>
                                        </p:tgtEl>
                                      </p:cBhvr>
                                    </p:animEffect>
                                  </p:childTnLst>
                                </p:cTn>
                              </p:par>
                              <p:par>
                                <p:cTn id="49" presetID="42" presetClass="entr" presetSubtype="0"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p:cTn id="51" dur="700" fill="hold"/>
                                        <p:tgtEl>
                                          <p:spTgt spid="16"/>
                                        </p:tgtEl>
                                        <p:attrNameLst>
                                          <p:attrName>ppt_x</p:attrName>
                                        </p:attrNameLst>
                                      </p:cBhvr>
                                      <p:tavLst>
                                        <p:tav tm="0">
                                          <p:val>
                                            <p:strVal val="#ppt_x"/>
                                          </p:val>
                                        </p:tav>
                                        <p:tav tm="100000">
                                          <p:val>
                                            <p:strVal val="#ppt_x"/>
                                          </p:val>
                                        </p:tav>
                                      </p:tavLst>
                                    </p:anim>
                                    <p:anim calcmode="lin" valueType="num">
                                      <p:cBhvr>
                                        <p:cTn id="52" dur="700" fill="hold"/>
                                        <p:tgtEl>
                                          <p:spTgt spid="16"/>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Effect transition="in" filter="fade">
                                      <p:cBhvr>
                                        <p:cTn id="55" dur="700"/>
                                        <p:tgtEl>
                                          <p:spTgt spid="17"/>
                                        </p:tgtEl>
                                      </p:cBhvr>
                                    </p:animEffect>
                                    <p:anim calcmode="lin" valueType="num">
                                      <p:cBhvr>
                                        <p:cTn id="56" dur="700" fill="hold"/>
                                        <p:tgtEl>
                                          <p:spTgt spid="17"/>
                                        </p:tgtEl>
                                        <p:attrNameLst>
                                          <p:attrName>ppt_x</p:attrName>
                                        </p:attrNameLst>
                                      </p:cBhvr>
                                      <p:tavLst>
                                        <p:tav tm="0">
                                          <p:val>
                                            <p:strVal val="#ppt_x"/>
                                          </p:val>
                                        </p:tav>
                                        <p:tav tm="100000">
                                          <p:val>
                                            <p:strVal val="#ppt_x"/>
                                          </p:val>
                                        </p:tav>
                                      </p:tavLst>
                                    </p:anim>
                                    <p:anim calcmode="lin" valueType="num">
                                      <p:cBhvr>
                                        <p:cTn id="57" dur="700" fill="hold"/>
                                        <p:tgtEl>
                                          <p:spTgt spid="17"/>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63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53" presetClass="entr" presetSubtype="16" fill="hold" grpId="0" nodeType="withEffect">
                                  <p:stCondLst>
                                    <p:cond delay="630"/>
                                  </p:stCondLst>
                                  <p:childTnLst>
                                    <p:set>
                                      <p:cBhvr>
                                        <p:cTn id="63" dur="1" fill="hold">
                                          <p:stCondLst>
                                            <p:cond delay="0"/>
                                          </p:stCondLst>
                                        </p:cTn>
                                        <p:tgtEl>
                                          <p:spTgt spid="19"/>
                                        </p:tgtEl>
                                        <p:attrNameLst>
                                          <p:attrName>style.visibility</p:attrName>
                                        </p:attrNameLst>
                                      </p:cBhvr>
                                      <p:to>
                                        <p:strVal val="visible"/>
                                      </p:to>
                                    </p:set>
                                    <p:anim calcmode="lin" valueType="num">
                                      <p:cBhvr>
                                        <p:cTn id="65" dur="550" fill="hold"/>
                                        <p:tgtEl>
                                          <p:spTgt spid="19"/>
                                        </p:tgtEl>
                                        <p:attrNameLst>
                                          <p:attrName>ppt_w</p:attrName>
                                        </p:attrNameLst>
                                      </p:cBhvr>
                                      <p:tavLst>
                                        <p:tav tm="0">
                                          <p:val>
                                            <p:strVal val="0"/>
                                          </p:val>
                                        </p:tav>
                                        <p:tav tm="100000">
                                          <p:val>
                                            <p:strVal val="#ppt_w"/>
                                          </p:val>
                                        </p:tav>
                                      </p:tavLst>
                                    </p:anim>
                                    <p:anim calcmode="lin" valueType="num">
                                      <p:cBhvr>
                                        <p:cTn id="66" dur="550" fill="hold"/>
                                        <p:tgtEl>
                                          <p:spTgt spid="19"/>
                                        </p:tgtEl>
                                        <p:attrNameLst>
                                          <p:attrName>ppt_h</p:attrName>
                                        </p:attrNameLst>
                                      </p:cBhvr>
                                      <p:tavLst>
                                        <p:tav tm="0">
                                          <p:val>
                                            <p:strVal val="0"/>
                                          </p:val>
                                        </p:tav>
                                        <p:tav tm="100000">
                                          <p:val>
                                            <p:strVal val="#ppt_h"/>
                                          </p:val>
                                        </p:tav>
                                      </p:tavLst>
                                    </p:anim>
                                    <p:animEffect transition="in" filter="fade">
                                      <p:cBhvr>
                                        <p:cTn id="67" dur="550"/>
                                        <p:tgtEl>
                                          <p:spTgt spid="19"/>
                                        </p:tgtEl>
                                      </p:cBhvr>
                                    </p:animEffect>
                                  </p:childTnLst>
                                </p:cTn>
                              </p:par>
                              <p:par>
                                <p:cTn id="69" presetID="53" presetClass="entr" presetSubtype="16" fill="hold" grpId="0" nodeType="withEffect">
                                  <p:stCondLst>
                                    <p:cond delay="630"/>
                                  </p:stCondLst>
                                  <p:childTnLst>
                                    <p:set>
                                      <p:cBhvr>
                                        <p:cTn id="68" dur="1" fill="hold">
                                          <p:stCondLst>
                                            <p:cond delay="0"/>
                                          </p:stCondLst>
                                        </p:cTn>
                                        <p:tgtEl>
                                          <p:spTgt spid="20"/>
                                        </p:tgtEl>
                                        <p:attrNameLst>
                                          <p:attrName>style.visibility</p:attrName>
                                        </p:attrNameLst>
                                      </p:cBhvr>
                                      <p:to>
                                        <p:strVal val="visible"/>
                                      </p:to>
                                    </p:set>
                                    <p:anim calcmode="lin" valueType="num">
                                      <p:cBhvr>
                                        <p:cTn id="70" dur="550" fill="hold"/>
                                        <p:tgtEl>
                                          <p:spTgt spid="20"/>
                                        </p:tgtEl>
                                        <p:attrNameLst>
                                          <p:attrName>ppt_w</p:attrName>
                                        </p:attrNameLst>
                                      </p:cBhvr>
                                      <p:tavLst>
                                        <p:tav tm="0">
                                          <p:val>
                                            <p:strVal val="0"/>
                                          </p:val>
                                        </p:tav>
                                        <p:tav tm="100000">
                                          <p:val>
                                            <p:strVal val="#ppt_w"/>
                                          </p:val>
                                        </p:tav>
                                      </p:tavLst>
                                    </p:anim>
                                    <p:anim calcmode="lin" valueType="num">
                                      <p:cBhvr>
                                        <p:cTn id="71" dur="550" fill="hold"/>
                                        <p:tgtEl>
                                          <p:spTgt spid="20"/>
                                        </p:tgtEl>
                                        <p:attrNameLst>
                                          <p:attrName>ppt_h</p:attrName>
                                        </p:attrNameLst>
                                      </p:cBhvr>
                                      <p:tavLst>
                                        <p:tav tm="0">
                                          <p:val>
                                            <p:strVal val="0"/>
                                          </p:val>
                                        </p:tav>
                                        <p:tav tm="100000">
                                          <p:val>
                                            <p:strVal val="#ppt_h"/>
                                          </p:val>
                                        </p:tav>
                                      </p:tavLst>
                                    </p:anim>
                                    <p:animEffect transition="in" filter="fade">
                                      <p:cBhvr>
                                        <p:cTn id="72" dur="550"/>
                                        <p:tgtEl>
                                          <p:spTgt spid="20"/>
                                        </p:tgtEl>
                                      </p:cBhvr>
                                    </p:animEffect>
                                  </p:childTnLst>
                                </p:cTn>
                              </p:par>
                              <p:par>
                                <p:cTn id="74" presetID="42" presetClass="entr" presetSubtype="0" fill="hold" grpId="0" nodeType="withEffect">
                                  <p:stCondLst>
                                    <p:cond delay="63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Effect transition="in" filter="fade">
                                      <p:cBhvr>
                                        <p:cTn id="80" dur="700"/>
                                        <p:tgtEl>
                                          <p:spTgt spid="22"/>
                                        </p:tgtEl>
                                      </p:cBhvr>
                                    </p:animEffect>
                                    <p:anim calcmode="lin" valueType="num">
                                      <p:cBhvr>
                                        <p:cTn id="81" dur="700" fill="hold"/>
                                        <p:tgtEl>
                                          <p:spTgt spid="22"/>
                                        </p:tgtEl>
                                        <p:attrNameLst>
                                          <p:attrName>ppt_x</p:attrName>
                                        </p:attrNameLst>
                                      </p:cBhvr>
                                      <p:tavLst>
                                        <p:tav tm="0">
                                          <p:val>
                                            <p:strVal val="#ppt_x"/>
                                          </p:val>
                                        </p:tav>
                                        <p:tav tm="100000">
                                          <p:val>
                                            <p:strVal val="#ppt_x"/>
                                          </p:val>
                                        </p:tav>
                                      </p:tavLst>
                                    </p:anim>
                                    <p:anim calcmode="lin" valueType="num">
                                      <p:cBhvr>
                                        <p:cTn id="82" dur="7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790"/>
                                  </p:stCondLst>
                                  <p:childTnLst>
                                    <p:set>
                                      <p:cBhvr>
                                        <p:cTn id="83" dur="1" fill="hold">
                                          <p:stCondLst>
                                            <p:cond delay="0"/>
                                          </p:stCondLst>
                                        </p:cTn>
                                        <p:tgtEl>
                                          <p:spTgt spid="23"/>
                                        </p:tgtEl>
                                        <p:attrNameLst>
                                          <p:attrName>style.visibility</p:attrName>
                                        </p:attrNameLst>
                                      </p:cBhvr>
                                      <p:to>
                                        <p:strVal val="visible"/>
                                      </p:to>
                                    </p:set>
                                    <p:animEffect transition="in" filter="fade">
                                      <p:cBhvr>
                                        <p:cTn id="85" dur="700"/>
                                        <p:tgtEl>
                                          <p:spTgt spid="23"/>
                                        </p:tgtEl>
                                      </p:cBhvr>
                                    </p:animEffect>
                                    <p:anim calcmode="lin" valueType="num">
                                      <p:cBhvr>
                                        <p:cTn id="86" dur="700" fill="hold"/>
                                        <p:tgtEl>
                                          <p:spTgt spid="23"/>
                                        </p:tgtEl>
                                        <p:attrNameLst>
                                          <p:attrName>ppt_x</p:attrName>
                                        </p:attrNameLst>
                                      </p:cBhvr>
                                      <p:tavLst>
                                        <p:tav tm="0">
                                          <p:val>
                                            <p:strVal val="#ppt_x"/>
                                          </p:val>
                                        </p:tav>
                                        <p:tav tm="100000">
                                          <p:val>
                                            <p:strVal val="#ppt_x"/>
                                          </p:val>
                                        </p:tav>
                                      </p:tavLst>
                                    </p:anim>
                                    <p:anim calcmode="lin" valueType="num">
                                      <p:cBhvr>
                                        <p:cTn id="87" dur="700" fill="hold"/>
                                        <p:tgtEl>
                                          <p:spTgt spid="23"/>
                                        </p:tgtEl>
                                        <p:attrNameLst>
                                          <p:attrName>ppt_y</p:attrName>
                                        </p:attrNameLst>
                                      </p:cBhvr>
                                      <p:tavLst>
                                        <p:tav tm="0">
                                          <p:val>
                                            <p:strVal val="#ppt_y+.06"/>
                                          </p:val>
                                        </p:tav>
                                        <p:tav tm="100000">
                                          <p:val>
                                            <p:strVal val="#ppt_y"/>
                                          </p:val>
                                        </p:tav>
                                      </p:tavLst>
                                    </p:anim>
                                  </p:childTnLst>
                                </p:cTn>
                              </p:par>
                              <p:par>
                                <p:cTn id="89" presetID="53" presetClass="entr" presetSubtype="16" fill="hold" grpId="0" nodeType="withEffect">
                                  <p:stCondLst>
                                    <p:cond delay="790"/>
                                  </p:stCondLst>
                                  <p:childTnLst>
                                    <p:set>
                                      <p:cBhvr>
                                        <p:cTn id="88" dur="1" fill="hold">
                                          <p:stCondLst>
                                            <p:cond delay="0"/>
                                          </p:stCondLst>
                                        </p:cTn>
                                        <p:tgtEl>
                                          <p:spTgt spid="24"/>
                                        </p:tgtEl>
                                        <p:attrNameLst>
                                          <p:attrName>style.visibility</p:attrName>
                                        </p:attrNameLst>
                                      </p:cBhvr>
                                      <p:to>
                                        <p:strVal val="visible"/>
                                      </p:to>
                                    </p:set>
                                    <p:anim calcmode="lin" valueType="num">
                                      <p:cBhvr>
                                        <p:cTn id="90" dur="550" fill="hold"/>
                                        <p:tgtEl>
                                          <p:spTgt spid="24"/>
                                        </p:tgtEl>
                                        <p:attrNameLst>
                                          <p:attrName>ppt_w</p:attrName>
                                        </p:attrNameLst>
                                      </p:cBhvr>
                                      <p:tavLst>
                                        <p:tav tm="0">
                                          <p:val>
                                            <p:strVal val="0"/>
                                          </p:val>
                                        </p:tav>
                                        <p:tav tm="100000">
                                          <p:val>
                                            <p:strVal val="#ppt_w"/>
                                          </p:val>
                                        </p:tav>
                                      </p:tavLst>
                                    </p:anim>
                                    <p:anim calcmode="lin" valueType="num">
                                      <p:cBhvr>
                                        <p:cTn id="91" dur="550" fill="hold"/>
                                        <p:tgtEl>
                                          <p:spTgt spid="24"/>
                                        </p:tgtEl>
                                        <p:attrNameLst>
                                          <p:attrName>ppt_h</p:attrName>
                                        </p:attrNameLst>
                                      </p:cBhvr>
                                      <p:tavLst>
                                        <p:tav tm="0">
                                          <p:val>
                                            <p:strVal val="0"/>
                                          </p:val>
                                        </p:tav>
                                        <p:tav tm="100000">
                                          <p:val>
                                            <p:strVal val="#ppt_h"/>
                                          </p:val>
                                        </p:tav>
                                      </p:tavLst>
                                    </p:anim>
                                    <p:animEffect transition="in" filter="fade">
                                      <p:cBhvr>
                                        <p:cTn id="92" dur="550"/>
                                        <p:tgtEl>
                                          <p:spTgt spid="24"/>
                                        </p:tgtEl>
                                      </p:cBhvr>
                                    </p:animEffect>
                                  </p:childTnLst>
                                </p:cTn>
                              </p:par>
                              <p:par>
                                <p:cTn id="94" presetID="53" presetClass="entr" presetSubtype="16" fill="hold" grpId="0" nodeType="withEffect">
                                  <p:stCondLst>
                                    <p:cond delay="790"/>
                                  </p:stCondLst>
                                  <p:childTnLst>
                                    <p:set>
                                      <p:cBhvr>
                                        <p:cTn id="93" dur="1" fill="hold">
                                          <p:stCondLst>
                                            <p:cond delay="0"/>
                                          </p:stCondLst>
                                        </p:cTn>
                                        <p:tgtEl>
                                          <p:spTgt spid="25"/>
                                        </p:tgtEl>
                                        <p:attrNameLst>
                                          <p:attrName>style.visibility</p:attrName>
                                        </p:attrNameLst>
                                      </p:cBhvr>
                                      <p:to>
                                        <p:strVal val="visible"/>
                                      </p:to>
                                    </p:set>
                                    <p:anim calcmode="lin" valueType="num">
                                      <p:cBhvr>
                                        <p:cTn id="95" dur="550" fill="hold"/>
                                        <p:tgtEl>
                                          <p:spTgt spid="25"/>
                                        </p:tgtEl>
                                        <p:attrNameLst>
                                          <p:attrName>ppt_w</p:attrName>
                                        </p:attrNameLst>
                                      </p:cBhvr>
                                      <p:tavLst>
                                        <p:tav tm="0">
                                          <p:val>
                                            <p:strVal val="0"/>
                                          </p:val>
                                        </p:tav>
                                        <p:tav tm="100000">
                                          <p:val>
                                            <p:strVal val="#ppt_w"/>
                                          </p:val>
                                        </p:tav>
                                      </p:tavLst>
                                    </p:anim>
                                    <p:anim calcmode="lin" valueType="num">
                                      <p:cBhvr>
                                        <p:cTn id="96" dur="550" fill="hold"/>
                                        <p:tgtEl>
                                          <p:spTgt spid="25"/>
                                        </p:tgtEl>
                                        <p:attrNameLst>
                                          <p:attrName>ppt_h</p:attrName>
                                        </p:attrNameLst>
                                      </p:cBhvr>
                                      <p:tavLst>
                                        <p:tav tm="0">
                                          <p:val>
                                            <p:strVal val="0"/>
                                          </p:val>
                                        </p:tav>
                                        <p:tav tm="100000">
                                          <p:val>
                                            <p:strVal val="#ppt_h"/>
                                          </p:val>
                                        </p:tav>
                                      </p:tavLst>
                                    </p:anim>
                                    <p:animEffect transition="in" filter="fade">
                                      <p:cBhvr>
                                        <p:cTn id="97" dur="550"/>
                                        <p:tgtEl>
                                          <p:spTgt spid="25"/>
                                        </p:tgtEl>
                                      </p:cBhvr>
                                    </p:animEffect>
                                  </p:childTnLst>
                                </p:cTn>
                              </p:par>
                              <p:par>
                                <p:cTn id="99" presetID="42" presetClass="entr" presetSubtype="0"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10" presetClass="entr" presetSubtype="0" fill="hold" grpId="0" nodeType="withEffect">
                                  <p:stCondLst>
                                    <p:cond delay="95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10" dur="600"/>
                                        <p:tgtEl>
                                          <p:spTgt spid="28"/>
                                        </p:tgtEl>
                                      </p:cBhvr>
                                    </p:animEffect>
                                  </p:childTnLst>
                                </p:cTn>
                              </p:par>
                              <p:par>
                                <p:cTn id="112" presetID="42" presetClass="entr" presetSubtype="0" fill="hold" grpId="0" nodeType="withEffect">
                                  <p:stCondLst>
                                    <p:cond delay="111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3" dur="700"/>
                                        <p:tgtEl>
                                          <p:spTgt spid="29"/>
                                        </p:tgtEl>
                                      </p:cBhvr>
                                    </p:animEffect>
                                    <p:anim calcmode="lin" valueType="num">
                                      <p:cBhvr>
                                        <p:cTn id="114" dur="700" fill="hold"/>
                                        <p:tgtEl>
                                          <p:spTgt spid="29"/>
                                        </p:tgtEl>
                                        <p:attrNameLst>
                                          <p:attrName>ppt_x</p:attrName>
                                        </p:attrNameLst>
                                      </p:cBhvr>
                                      <p:tavLst>
                                        <p:tav tm="0">
                                          <p:val>
                                            <p:strVal val="#ppt_x"/>
                                          </p:val>
                                        </p:tav>
                                        <p:tav tm="100000">
                                          <p:val>
                                            <p:strVal val="#ppt_x"/>
                                          </p:val>
                                        </p:tav>
                                      </p:tavLst>
                                    </p:anim>
                                    <p:anim calcmode="lin" valueType="num">
                                      <p:cBhvr>
                                        <p:cTn id="115" dur="700" fill="hold"/>
                                        <p:tgtEl>
                                          <p:spTgt spid="29"/>
                                        </p:tgtEl>
                                        <p:attrNameLst>
                                          <p:attrName>ppt_y</p:attrName>
                                        </p:attrNameLst>
                                      </p:cBhvr>
                                      <p:tavLst>
                                        <p:tav tm="0">
                                          <p:val>
                                            <p:strVal val="#ppt_y+.06"/>
                                          </p:val>
                                        </p:tav>
                                        <p:tav tm="100000">
                                          <p:val>
                                            <p:strVal val="#ppt_y"/>
                                          </p:val>
                                        </p:tav>
                                      </p:tavLst>
                                    </p:anim>
                                  </p:childTnLst>
                                </p:cTn>
                              </p:par>
                              <p:par>
                                <p:cTn id="117" presetID="42" presetClass="entr" presetSubtype="0" fill="hold" grpId="0" nodeType="withEffect">
                                  <p:stCondLst>
                                    <p:cond delay="111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8" dur="700"/>
                                        <p:tgtEl>
                                          <p:spTgt spid="30"/>
                                        </p:tgtEl>
                                      </p:cBhvr>
                                    </p:animEffect>
                                    <p:anim calcmode="lin" valueType="num">
                                      <p:cBhvr>
                                        <p:cTn id="119" dur="700" fill="hold"/>
                                        <p:tgtEl>
                                          <p:spTgt spid="30"/>
                                        </p:tgtEl>
                                        <p:attrNameLst>
                                          <p:attrName>ppt_x</p:attrName>
                                        </p:attrNameLst>
                                      </p:cBhvr>
                                      <p:tavLst>
                                        <p:tav tm="0">
                                          <p:val>
                                            <p:strVal val="#ppt_x"/>
                                          </p:val>
                                        </p:tav>
                                        <p:tav tm="100000">
                                          <p:val>
                                            <p:strVal val="#ppt_x"/>
                                          </p:val>
                                        </p:tav>
                                      </p:tavLst>
                                    </p:anim>
                                    <p:anim calcmode="lin" valueType="num">
                                      <p:cBhvr>
                                        <p:cTn id="120" dur="700" fill="hold"/>
                                        <p:tgtEl>
                                          <p:spTgt spid="30"/>
                                        </p:tgtEl>
                                        <p:attrNameLst>
                                          <p:attrName>ppt_y</p:attrName>
                                        </p:attrNameLst>
                                      </p:cBhvr>
                                      <p:tavLst>
                                        <p:tav tm="0">
                                          <p:val>
                                            <p:strVal val="#ppt_y+.06"/>
                                          </p:val>
                                        </p:tav>
                                        <p:tav tm="100000">
                                          <p:val>
                                            <p:strVal val="#ppt_y"/>
                                          </p:val>
                                        </p:tav>
                                      </p:tavLst>
                                    </p:anim>
                                  </p:childTnLst>
                                </p:cTn>
                              </p:par>
                              <p:par>
                                <p:cTn id="122" presetID="42" presetClass="entr" presetSubtype="0" fill="hold" grpId="0" nodeType="withEffect">
                                  <p:stCondLst>
                                    <p:cond delay="111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3" dur="700"/>
                                        <p:tgtEl>
                                          <p:spTgt spid="31"/>
                                        </p:tgtEl>
                                      </p:cBhvr>
                                    </p:animEffect>
                                    <p:anim calcmode="lin" valueType="num">
                                      <p:cBhvr>
                                        <p:cTn id="124" dur="700" fill="hold"/>
                                        <p:tgtEl>
                                          <p:spTgt spid="31"/>
                                        </p:tgtEl>
                                        <p:attrNameLst>
                                          <p:attrName>ppt_x</p:attrName>
                                        </p:attrNameLst>
                                      </p:cBhvr>
                                      <p:tavLst>
                                        <p:tav tm="0">
                                          <p:val>
                                            <p:strVal val="#ppt_x"/>
                                          </p:val>
                                        </p:tav>
                                        <p:tav tm="100000">
                                          <p:val>
                                            <p:strVal val="#ppt_x"/>
                                          </p:val>
                                        </p:tav>
                                      </p:tavLst>
                                    </p:anim>
                                    <p:anim calcmode="lin" valueType="num">
                                      <p:cBhvr>
                                        <p:cTn id="125" dur="700" fill="hold"/>
                                        <p:tgtEl>
                                          <p:spTgt spid="31"/>
                                        </p:tgtEl>
                                        <p:attrNameLst>
                                          <p:attrName>ppt_y</p:attrName>
                                        </p:attrNameLst>
                                      </p:cBhvr>
                                      <p:tavLst>
                                        <p:tav tm="0">
                                          <p:val>
                                            <p:strVal val="#ppt_y+.06"/>
                                          </p:val>
                                        </p:tav>
                                        <p:tav tm="100000">
                                          <p:val>
                                            <p:strVal val="#ppt_y"/>
                                          </p:val>
                                        </p:tav>
                                      </p:tavLst>
                                    </p:anim>
                                  </p:childTnLst>
                                </p:cTn>
                              </p:par>
                              <p:par>
                                <p:cTn id="127" presetID="42" presetClass="entr" presetSubtype="0" fill="hold" grpId="0" nodeType="withEffect">
                                  <p:stCondLst>
                                    <p:cond delay="127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8" dur="700"/>
                                        <p:tgtEl>
                                          <p:spTgt spid="32"/>
                                        </p:tgtEl>
                                      </p:cBhvr>
                                    </p:animEffect>
                                    <p:anim calcmode="lin" valueType="num">
                                      <p:cBhvr>
                                        <p:cTn id="129" dur="700" fill="hold"/>
                                        <p:tgtEl>
                                          <p:spTgt spid="32"/>
                                        </p:tgtEl>
                                        <p:attrNameLst>
                                          <p:attrName>ppt_x</p:attrName>
                                        </p:attrNameLst>
                                      </p:cBhvr>
                                      <p:tavLst>
                                        <p:tav tm="0">
                                          <p:val>
                                            <p:strVal val="#ppt_x"/>
                                          </p:val>
                                        </p:tav>
                                        <p:tav tm="100000">
                                          <p:val>
                                            <p:strVal val="#ppt_x"/>
                                          </p:val>
                                        </p:tav>
                                      </p:tavLst>
                                    </p:anim>
                                    <p:anim calcmode="lin" valueType="num">
                                      <p:cBhvr>
                                        <p:cTn id="130" dur="700" fill="hold"/>
                                        <p:tgtEl>
                                          <p:spTgt spid="32"/>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127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3" dur="700"/>
                                        <p:tgtEl>
                                          <p:spTgt spid="33"/>
                                        </p:tgtEl>
                                      </p:cBhvr>
                                    </p:animEffect>
                                    <p:anim calcmode="lin" valueType="num">
                                      <p:cBhvr>
                                        <p:cTn id="134" dur="700" fill="hold"/>
                                        <p:tgtEl>
                                          <p:spTgt spid="33"/>
                                        </p:tgtEl>
                                        <p:attrNameLst>
                                          <p:attrName>ppt_x</p:attrName>
                                        </p:attrNameLst>
                                      </p:cBhvr>
                                      <p:tavLst>
                                        <p:tav tm="0">
                                          <p:val>
                                            <p:strVal val="#ppt_x"/>
                                          </p:val>
                                        </p:tav>
                                        <p:tav tm="100000">
                                          <p:val>
                                            <p:strVal val="#ppt_x"/>
                                          </p:val>
                                        </p:tav>
                                      </p:tavLst>
                                    </p:anim>
                                    <p:anim calcmode="lin" valueType="num">
                                      <p:cBhvr>
                                        <p:cTn id="135" dur="700" fill="hold"/>
                                        <p:tgtEl>
                                          <p:spTgt spid="33"/>
                                        </p:tgtEl>
                                        <p:attrNameLst>
                                          <p:attrName>ppt_y</p:attrName>
                                        </p:attrNameLst>
                                      </p:cBhvr>
                                      <p:tavLst>
                                        <p:tav tm="0">
                                          <p:val>
                                            <p:strVal val="#ppt_y+.06"/>
                                          </p:val>
                                        </p:tav>
                                        <p:tav tm="100000">
                                          <p:val>
                                            <p:strVal val="#ppt_y"/>
                                          </p:val>
                                        </p:tav>
                                      </p:tavLst>
                                    </p:anim>
                                  </p:childTnLst>
                                </p:cTn>
                              </p:par>
                              <p:par>
                                <p:cTn id="137" presetID="42" presetClass="entr" presetSubtype="0" fill="hold" grpId="0" nodeType="withEffect">
                                  <p:stCondLst>
                                    <p:cond delay="127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8" dur="700"/>
                                        <p:tgtEl>
                                          <p:spTgt spid="34"/>
                                        </p:tgtEl>
                                      </p:cBhvr>
                                    </p:animEffect>
                                    <p:anim calcmode="lin" valueType="num">
                                      <p:cBhvr>
                                        <p:cTn id="139" dur="700" fill="hold"/>
                                        <p:tgtEl>
                                          <p:spTgt spid="34"/>
                                        </p:tgtEl>
                                        <p:attrNameLst>
                                          <p:attrName>ppt_x</p:attrName>
                                        </p:attrNameLst>
                                      </p:cBhvr>
                                      <p:tavLst>
                                        <p:tav tm="0">
                                          <p:val>
                                            <p:strVal val="#ppt_x"/>
                                          </p:val>
                                        </p:tav>
                                        <p:tav tm="100000">
                                          <p:val>
                                            <p:strVal val="#ppt_x"/>
                                          </p:val>
                                        </p:tav>
                                      </p:tavLst>
                                    </p:anim>
                                    <p:anim calcmode="lin" valueType="num">
                                      <p:cBhvr>
                                        <p:cTn id="140" dur="700" fill="hold"/>
                                        <p:tgtEl>
                                          <p:spTgt spid="34"/>
                                        </p:tgtEl>
                                        <p:attrNameLst>
                                          <p:attrName>ppt_y</p:attrName>
                                        </p:attrNameLst>
                                      </p:cBhvr>
                                      <p:tavLst>
                                        <p:tav tm="0">
                                          <p:val>
                                            <p:strVal val="#ppt_y+.06"/>
                                          </p:val>
                                        </p:tav>
                                        <p:tav tm="100000">
                                          <p:val>
                                            <p:strVal val="#ppt_y"/>
                                          </p:val>
                                        </p:tav>
                                      </p:tavLst>
                                    </p:anim>
                                  </p:childTnLst>
                                </p:cTn>
                              </p:par>
                              <p:par>
                                <p:cTn id="142" presetID="42" presetClass="entr" presetSubtype="0" fill="hold" grpId="0" nodeType="withEffect">
                                  <p:stCondLst>
                                    <p:cond delay="143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3" dur="700"/>
                                        <p:tgtEl>
                                          <p:spTgt spid="35"/>
                                        </p:tgtEl>
                                      </p:cBhvr>
                                    </p:animEffect>
                                    <p:anim calcmode="lin" valueType="num">
                                      <p:cBhvr>
                                        <p:cTn id="144" dur="700" fill="hold"/>
                                        <p:tgtEl>
                                          <p:spTgt spid="35"/>
                                        </p:tgtEl>
                                        <p:attrNameLst>
                                          <p:attrName>ppt_x</p:attrName>
                                        </p:attrNameLst>
                                      </p:cBhvr>
                                      <p:tavLst>
                                        <p:tav tm="0">
                                          <p:val>
                                            <p:strVal val="#ppt_x"/>
                                          </p:val>
                                        </p:tav>
                                        <p:tav tm="100000">
                                          <p:val>
                                            <p:strVal val="#ppt_x"/>
                                          </p:val>
                                        </p:tav>
                                      </p:tavLst>
                                    </p:anim>
                                    <p:anim calcmode="lin" valueType="num">
                                      <p:cBhvr>
                                        <p:cTn id="145" dur="700" fill="hold"/>
                                        <p:tgtEl>
                                          <p:spTgt spid="35"/>
                                        </p:tgtEl>
                                        <p:attrNameLst>
                                          <p:attrName>ppt_y</p:attrName>
                                        </p:attrNameLst>
                                      </p:cBhvr>
                                      <p:tavLst>
                                        <p:tav tm="0">
                                          <p:val>
                                            <p:strVal val="#ppt_y+.06"/>
                                          </p:val>
                                        </p:tav>
                                        <p:tav tm="100000">
                                          <p:val>
                                            <p:strVal val="#ppt_y"/>
                                          </p:val>
                                        </p:tav>
                                      </p:tavLst>
                                    </p:anim>
                                  </p:childTnLst>
                                </p:cTn>
                              </p:par>
                              <p:par>
                                <p:cTn id="147" presetID="42" presetClass="entr" presetSubtype="0" fill="hold" grpId="0" nodeType="withEffect">
                                  <p:stCondLst>
                                    <p:cond delay="143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8" dur="700"/>
                                        <p:tgtEl>
                                          <p:spTgt spid="36"/>
                                        </p:tgtEl>
                                      </p:cBhvr>
                                    </p:animEffect>
                                    <p:anim calcmode="lin" valueType="num">
                                      <p:cBhvr>
                                        <p:cTn id="149" dur="700" fill="hold"/>
                                        <p:tgtEl>
                                          <p:spTgt spid="36"/>
                                        </p:tgtEl>
                                        <p:attrNameLst>
                                          <p:attrName>ppt_x</p:attrName>
                                        </p:attrNameLst>
                                      </p:cBhvr>
                                      <p:tavLst>
                                        <p:tav tm="0">
                                          <p:val>
                                            <p:strVal val="#ppt_x"/>
                                          </p:val>
                                        </p:tav>
                                        <p:tav tm="100000">
                                          <p:val>
                                            <p:strVal val="#ppt_x"/>
                                          </p:val>
                                        </p:tav>
                                      </p:tavLst>
                                    </p:anim>
                                    <p:anim calcmode="lin" valueType="num">
                                      <p:cBhvr>
                                        <p:cTn id="150" dur="700" fill="hold"/>
                                        <p:tgtEl>
                                          <p:spTgt spid="36"/>
                                        </p:tgtEl>
                                        <p:attrNameLst>
                                          <p:attrName>ppt_y</p:attrName>
                                        </p:attrNameLst>
                                      </p:cBhvr>
                                      <p:tavLst>
                                        <p:tav tm="0">
                                          <p:val>
                                            <p:strVal val="#ppt_y+.06"/>
                                          </p:val>
                                        </p:tav>
                                        <p:tav tm="100000">
                                          <p:val>
                                            <p:strVal val="#ppt_y"/>
                                          </p:val>
                                        </p:tav>
                                      </p:tavLst>
                                    </p:anim>
                                  </p:childTnLst>
                                </p:cTn>
                              </p:par>
                              <p:par>
                                <p:cTn id="152" presetID="42" presetClass="entr" presetSubtype="0" fill="hold" grpId="0" nodeType="withEffect">
                                  <p:stCondLst>
                                    <p:cond delay="143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3" dur="700"/>
                                        <p:tgtEl>
                                          <p:spTgt spid="37"/>
                                        </p:tgtEl>
                                      </p:cBhvr>
                                    </p:animEffect>
                                    <p:anim calcmode="lin" valueType="num">
                                      <p:cBhvr>
                                        <p:cTn id="154" dur="700" fill="hold"/>
                                        <p:tgtEl>
                                          <p:spTgt spid="37"/>
                                        </p:tgtEl>
                                        <p:attrNameLst>
                                          <p:attrName>ppt_x</p:attrName>
                                        </p:attrNameLst>
                                      </p:cBhvr>
                                      <p:tavLst>
                                        <p:tav tm="0">
                                          <p:val>
                                            <p:strVal val="#ppt_x"/>
                                          </p:val>
                                        </p:tav>
                                        <p:tav tm="100000">
                                          <p:val>
                                            <p:strVal val="#ppt_x"/>
                                          </p:val>
                                        </p:tav>
                                      </p:tavLst>
                                    </p:anim>
                                    <p:anim calcmode="lin" valueType="num">
                                      <p:cBhvr>
                                        <p:cTn id="155" dur="700" fill="hold"/>
                                        <p:tgtEl>
                                          <p:spTgt spid="37"/>
                                        </p:tgtEl>
                                        <p:attrNameLst>
                                          <p:attrName>ppt_y</p:attrName>
                                        </p:attrNameLst>
                                      </p:cBhvr>
                                      <p:tavLst>
                                        <p:tav tm="0">
                                          <p:val>
                                            <p:strVal val="#ppt_y+.06"/>
                                          </p:val>
                                        </p:tav>
                                        <p:tav tm="100000">
                                          <p:val>
                                            <p:strVal val="#ppt_y"/>
                                          </p:val>
                                        </p:tav>
                                      </p:tavLst>
                                    </p:anim>
                                  </p:childTnLst>
                                </p:cTn>
                              </p:par>
                              <p:par>
                                <p:cTn id="157" presetID="42" presetClass="entr" presetSubtype="0" fill="hold" grpId="0" nodeType="withEffect">
                                  <p:stCondLst>
                                    <p:cond delay="1590"/>
                                  </p:stCondLst>
                                  <p:childTnLst>
                                    <p:set>
                                      <p:cBhvr>
                                        <p:cTn id="156" dur="1" fill="hold">
                                          <p:stCondLst>
                                            <p:cond delay="0"/>
                                          </p:stCondLst>
                                        </p:cTn>
                                        <p:tgtEl>
                                          <p:spTgt spid="38"/>
                                        </p:tgtEl>
                                        <p:attrNameLst>
                                          <p:attrName>style.visibility</p:attrName>
                                        </p:attrNameLst>
                                      </p:cBhvr>
                                      <p:to>
                                        <p:strVal val="visible"/>
                                      </p:to>
                                    </p:set>
                                    <p:animEffect transition="in" filter="fade">
                                      <p:cBhvr>
                                        <p:cTn id="158" dur="700"/>
                                        <p:tgtEl>
                                          <p:spTgt spid="38"/>
                                        </p:tgtEl>
                                      </p:cBhvr>
                                    </p:animEffect>
                                    <p:anim calcmode="lin" valueType="num">
                                      <p:cBhvr>
                                        <p:cTn id="159" dur="700" fill="hold"/>
                                        <p:tgtEl>
                                          <p:spTgt spid="38"/>
                                        </p:tgtEl>
                                        <p:attrNameLst>
                                          <p:attrName>ppt_x</p:attrName>
                                        </p:attrNameLst>
                                      </p:cBhvr>
                                      <p:tavLst>
                                        <p:tav tm="0">
                                          <p:val>
                                            <p:strVal val="#ppt_x"/>
                                          </p:val>
                                        </p:tav>
                                        <p:tav tm="100000">
                                          <p:val>
                                            <p:strVal val="#ppt_x"/>
                                          </p:val>
                                        </p:tav>
                                      </p:tavLst>
                                    </p:anim>
                                    <p:anim calcmode="lin" valueType="num">
                                      <p:cBhvr>
                                        <p:cTn id="160" dur="700" fill="hold"/>
                                        <p:tgtEl>
                                          <p:spTgt spid="38"/>
                                        </p:tgtEl>
                                        <p:attrNameLst>
                                          <p:attrName>ppt_y</p:attrName>
                                        </p:attrNameLst>
                                      </p:cBhvr>
                                      <p:tavLst>
                                        <p:tav tm="0">
                                          <p:val>
                                            <p:strVal val="#ppt_y+.06"/>
                                          </p:val>
                                        </p:tav>
                                        <p:tav tm="100000">
                                          <p:val>
                                            <p:strVal val="#ppt_y"/>
                                          </p:val>
                                        </p:tav>
                                      </p:tavLst>
                                    </p:anim>
                                  </p:childTnLst>
                                </p:cTn>
                              </p:par>
                              <p:par>
                                <p:cTn id="162" presetID="42" presetClass="entr" presetSubtype="0" fill="hold" grpId="0" nodeType="withEffect">
                                  <p:stCondLst>
                                    <p:cond delay="159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3" dur="700"/>
                                        <p:tgtEl>
                                          <p:spTgt spid="39"/>
                                        </p:tgtEl>
                                      </p:cBhvr>
                                    </p:animEffect>
                                    <p:anim calcmode="lin" valueType="num">
                                      <p:cBhvr>
                                        <p:cTn id="164" dur="700" fill="hold"/>
                                        <p:tgtEl>
                                          <p:spTgt spid="39"/>
                                        </p:tgtEl>
                                        <p:attrNameLst>
                                          <p:attrName>ppt_x</p:attrName>
                                        </p:attrNameLst>
                                      </p:cBhvr>
                                      <p:tavLst>
                                        <p:tav tm="0">
                                          <p:val>
                                            <p:strVal val="#ppt_x"/>
                                          </p:val>
                                        </p:tav>
                                        <p:tav tm="100000">
                                          <p:val>
                                            <p:strVal val="#ppt_x"/>
                                          </p:val>
                                        </p:tav>
                                      </p:tavLst>
                                    </p:anim>
                                    <p:anim calcmode="lin" valueType="num">
                                      <p:cBhvr>
                                        <p:cTn id="165" dur="700" fill="hold"/>
                                        <p:tgtEl>
                                          <p:spTgt spid="39"/>
                                        </p:tgtEl>
                                        <p:attrNameLst>
                                          <p:attrName>ppt_y</p:attrName>
                                        </p:attrNameLst>
                                      </p:cBhvr>
                                      <p:tavLst>
                                        <p:tav tm="0">
                                          <p:val>
                                            <p:strVal val="#ppt_y+.06"/>
                                          </p:val>
                                        </p:tav>
                                        <p:tav tm="100000">
                                          <p:val>
                                            <p:strVal val="#ppt_y"/>
                                          </p:val>
                                        </p:tav>
                                      </p:tavLst>
                                    </p:anim>
                                  </p:childTnLst>
                                </p:cTn>
                              </p:par>
                              <p:par>
                                <p:cTn id="167" presetID="42" presetClass="entr" presetSubtype="0" fill="hold" grpId="0" nodeType="withEffect">
                                  <p:stCondLst>
                                    <p:cond delay="1590"/>
                                  </p:stCondLst>
                                  <p:childTnLst>
                                    <p:set>
                                      <p:cBhvr>
                                        <p:cTn id="166" dur="1" fill="hold">
                                          <p:stCondLst>
                                            <p:cond delay="0"/>
                                          </p:stCondLst>
                                        </p:cTn>
                                        <p:tgtEl>
                                          <p:spTgt spid="40"/>
                                        </p:tgtEl>
                                        <p:attrNameLst>
                                          <p:attrName>style.visibility</p:attrName>
                                        </p:attrNameLst>
                                      </p:cBhvr>
                                      <p:to>
                                        <p:strVal val="visible"/>
                                      </p:to>
                                    </p:set>
                                    <p:animEffect transition="in" filter="fade">
                                      <p:cBhvr>
                                        <p:cTn id="168" dur="700"/>
                                        <p:tgtEl>
                                          <p:spTgt spid="40"/>
                                        </p:tgtEl>
                                      </p:cBhvr>
                                    </p:animEffect>
                                    <p:anim calcmode="lin" valueType="num">
                                      <p:cBhvr>
                                        <p:cTn id="169" dur="700" fill="hold"/>
                                        <p:tgtEl>
                                          <p:spTgt spid="40"/>
                                        </p:tgtEl>
                                        <p:attrNameLst>
                                          <p:attrName>ppt_x</p:attrName>
                                        </p:attrNameLst>
                                      </p:cBhvr>
                                      <p:tavLst>
                                        <p:tav tm="0">
                                          <p:val>
                                            <p:strVal val="#ppt_x"/>
                                          </p:val>
                                        </p:tav>
                                        <p:tav tm="100000">
                                          <p:val>
                                            <p:strVal val="#ppt_x"/>
                                          </p:val>
                                        </p:tav>
                                      </p:tavLst>
                                    </p:anim>
                                    <p:anim calcmode="lin" valueType="num">
                                      <p:cBhvr>
                                        <p:cTn id="170" dur="700" fill="hold"/>
                                        <p:tgtEl>
                                          <p:spTgt spid="40"/>
                                        </p:tgtEl>
                                        <p:attrNameLst>
                                          <p:attrName>ppt_y</p:attrName>
                                        </p:attrNameLst>
                                      </p:cBhvr>
                                      <p:tavLst>
                                        <p:tav tm="0">
                                          <p:val>
                                            <p:strVal val="#ppt_y+.06"/>
                                          </p:val>
                                        </p:tav>
                                        <p:tav tm="100000">
                                          <p:val>
                                            <p:strVal val="#ppt_y"/>
                                          </p:val>
                                        </p:tav>
                                      </p:tavLst>
                                    </p:anim>
                                  </p:childTnLst>
                                </p:cTn>
                              </p:par>
                              <p:par>
                                <p:cTn id="172" presetID="42" presetClass="entr" presetSubtype="0" fill="hold" grpId="0" nodeType="withEffect">
                                  <p:stCondLst>
                                    <p:cond delay="1750"/>
                                  </p:stCondLst>
                                  <p:childTnLst>
                                    <p:set>
                                      <p:cBhvr>
                                        <p:cTn id="171" dur="1" fill="hold">
                                          <p:stCondLst>
                                            <p:cond delay="0"/>
                                          </p:stCondLst>
                                        </p:cTn>
                                        <p:tgtEl>
                                          <p:spTgt spid="41"/>
                                        </p:tgtEl>
                                        <p:attrNameLst>
                                          <p:attrName>style.visibility</p:attrName>
                                        </p:attrNameLst>
                                      </p:cBhvr>
                                      <p:to>
                                        <p:strVal val="visible"/>
                                      </p:to>
                                    </p:set>
                                    <p:animEffect transition="in" filter="fade">
                                      <p:cBhvr>
                                        <p:cTn id="173" dur="700"/>
                                        <p:tgtEl>
                                          <p:spTgt spid="41"/>
                                        </p:tgtEl>
                                      </p:cBhvr>
                                    </p:animEffect>
                                    <p:anim calcmode="lin" valueType="num">
                                      <p:cBhvr>
                                        <p:cTn id="174" dur="700" fill="hold"/>
                                        <p:tgtEl>
                                          <p:spTgt spid="41"/>
                                        </p:tgtEl>
                                        <p:attrNameLst>
                                          <p:attrName>ppt_x</p:attrName>
                                        </p:attrNameLst>
                                      </p:cBhvr>
                                      <p:tavLst>
                                        <p:tav tm="0">
                                          <p:val>
                                            <p:strVal val="#ppt_x"/>
                                          </p:val>
                                        </p:tav>
                                        <p:tav tm="100000">
                                          <p:val>
                                            <p:strVal val="#ppt_x"/>
                                          </p:val>
                                        </p:tav>
                                      </p:tavLst>
                                    </p:anim>
                                    <p:anim calcmode="lin" valueType="num">
                                      <p:cBhvr>
                                        <p:cTn id="175" dur="700" fill="hold"/>
                                        <p:tgtEl>
                                          <p:spTgt spid="41"/>
                                        </p:tgtEl>
                                        <p:attrNameLst>
                                          <p:attrName>ppt_y</p:attrName>
                                        </p:attrNameLst>
                                      </p:cBhvr>
                                      <p:tavLst>
                                        <p:tav tm="0">
                                          <p:val>
                                            <p:strVal val="#ppt_y+.06"/>
                                          </p:val>
                                        </p:tav>
                                        <p:tav tm="100000">
                                          <p:val>
                                            <p:strVal val="#ppt_y"/>
                                          </p:val>
                                        </p:tav>
                                      </p:tavLst>
                                    </p:anim>
                                  </p:childTnLst>
                                </p:cTn>
                              </p:par>
                              <p:par>
                                <p:cTn id="177" presetID="42" presetClass="entr" presetSubtype="0" fill="hold" grpId="0" nodeType="withEffect">
                                  <p:stCondLst>
                                    <p:cond delay="1750"/>
                                  </p:stCondLst>
                                  <p:childTnLst>
                                    <p:set>
                                      <p:cBhvr>
                                        <p:cTn id="176" dur="1" fill="hold">
                                          <p:stCondLst>
                                            <p:cond delay="0"/>
                                          </p:stCondLst>
                                        </p:cTn>
                                        <p:tgtEl>
                                          <p:spTgt spid="42"/>
                                        </p:tgtEl>
                                        <p:attrNameLst>
                                          <p:attrName>style.visibility</p:attrName>
                                        </p:attrNameLst>
                                      </p:cBhvr>
                                      <p:to>
                                        <p:strVal val="visible"/>
                                      </p:to>
                                    </p:set>
                                    <p:animEffect transition="in" filter="fade">
                                      <p:cBhvr>
                                        <p:cTn id="178" dur="700"/>
                                        <p:tgtEl>
                                          <p:spTgt spid="42"/>
                                        </p:tgtEl>
                                      </p:cBhvr>
                                    </p:animEffect>
                                    <p:anim calcmode="lin" valueType="num">
                                      <p:cBhvr>
                                        <p:cTn id="179" dur="700" fill="hold"/>
                                        <p:tgtEl>
                                          <p:spTgt spid="42"/>
                                        </p:tgtEl>
                                        <p:attrNameLst>
                                          <p:attrName>ppt_x</p:attrName>
                                        </p:attrNameLst>
                                      </p:cBhvr>
                                      <p:tavLst>
                                        <p:tav tm="0">
                                          <p:val>
                                            <p:strVal val="#ppt_x"/>
                                          </p:val>
                                        </p:tav>
                                        <p:tav tm="100000">
                                          <p:val>
                                            <p:strVal val="#ppt_x"/>
                                          </p:val>
                                        </p:tav>
                                      </p:tavLst>
                                    </p:anim>
                                    <p:anim calcmode="lin" valueType="num">
                                      <p:cBhvr>
                                        <p:cTn id="180" dur="700" fill="hold"/>
                                        <p:tgtEl>
                                          <p:spTgt spid="42"/>
                                        </p:tgtEl>
                                        <p:attrNameLst>
                                          <p:attrName>ppt_y</p:attrName>
                                        </p:attrNameLst>
                                      </p:cBhvr>
                                      <p:tavLst>
                                        <p:tav tm="0">
                                          <p:val>
                                            <p:strVal val="#ppt_y+.06"/>
                                          </p:val>
                                        </p:tav>
                                        <p:tav tm="100000">
                                          <p:val>
                                            <p:strVal val="#ppt_y"/>
                                          </p:val>
                                        </p:tav>
                                      </p:tavLst>
                                    </p:anim>
                                  </p:childTnLst>
                                </p:cTn>
                              </p:par>
                              <p:par>
                                <p:cTn id="182" presetID="42" presetClass="entr" presetSubtype="0" fill="hold" grpId="0" nodeType="withEffect">
                                  <p:stCondLst>
                                    <p:cond delay="1750"/>
                                  </p:stCondLst>
                                  <p:childTnLst>
                                    <p:set>
                                      <p:cBhvr>
                                        <p:cTn id="181" dur="1" fill="hold">
                                          <p:stCondLst>
                                            <p:cond delay="0"/>
                                          </p:stCondLst>
                                        </p:cTn>
                                        <p:tgtEl>
                                          <p:spTgt spid="43"/>
                                        </p:tgtEl>
                                        <p:attrNameLst>
                                          <p:attrName>style.visibility</p:attrName>
                                        </p:attrNameLst>
                                      </p:cBhvr>
                                      <p:to>
                                        <p:strVal val="visible"/>
                                      </p:to>
                                    </p:set>
                                    <p:animEffect transition="in" filter="fade">
                                      <p:cBhvr>
                                        <p:cTn id="183" dur="700"/>
                                        <p:tgtEl>
                                          <p:spTgt spid="43"/>
                                        </p:tgtEl>
                                      </p:cBhvr>
                                    </p:animEffect>
                                    <p:anim calcmode="lin" valueType="num">
                                      <p:cBhvr>
                                        <p:cTn id="184" dur="700" fill="hold"/>
                                        <p:tgtEl>
                                          <p:spTgt spid="43"/>
                                        </p:tgtEl>
                                        <p:attrNameLst>
                                          <p:attrName>ppt_x</p:attrName>
                                        </p:attrNameLst>
                                      </p:cBhvr>
                                      <p:tavLst>
                                        <p:tav tm="0">
                                          <p:val>
                                            <p:strVal val="#ppt_x"/>
                                          </p:val>
                                        </p:tav>
                                        <p:tav tm="100000">
                                          <p:val>
                                            <p:strVal val="#ppt_x"/>
                                          </p:val>
                                        </p:tav>
                                      </p:tavLst>
                                    </p:anim>
                                    <p:anim calcmode="lin" valueType="num">
                                      <p:cBhvr>
                                        <p:cTn id="185" dur="700" fill="hold"/>
                                        <p:tgtEl>
                                          <p:spTgt spid="4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605946" y="-3051596"/>
            <a:ext cx="5601239" cy="560123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04934" y="3823170"/>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91793" y="4826671"/>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Major Functionalities of the System</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WHAT IT DOES</a:t>
            </a:r>
            <a:endParaRPr lang="en-US" sz="1300" dirty="0"/>
          </a:p>
        </p:txBody>
      </p:sp>
      <p:sp>
        <p:nvSpPr>
          <p:cNvPr id="8" name="tv|rise|1|"/>
          <p:cNvSpPr/>
          <p:nvPr/>
        </p:nvSpPr>
        <p:spPr>
          <a:xfrm>
            <a:off x="548640" y="1600200"/>
            <a:ext cx="3514954" cy="2148840"/>
          </a:xfrm>
          <a:prstGeom prst="roundRect">
            <a:avLst>
              <a:gd name="adj" fmla="val 595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9" name="tv|rise|1|"/>
          <p:cNvSpPr txBox="1"/>
          <p:nvPr/>
        </p:nvSpPr>
        <p:spPr>
          <a:xfrm>
            <a:off x="822960" y="180136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01</a:t>
            </a:r>
            <a:endParaRPr lang="en-US" sz="3000" dirty="0"/>
          </a:p>
        </p:txBody>
      </p:sp>
      <p:sp>
        <p:nvSpPr>
          <p:cNvPr id="10" name="tv|zoom|1|badge"/>
          <p:cNvSpPr/>
          <p:nvPr/>
        </p:nvSpPr>
        <p:spPr>
          <a:xfrm>
            <a:off x="3194914" y="1828800"/>
            <a:ext cx="594360" cy="59436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1"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325673" y="1959559"/>
            <a:ext cx="332842" cy="332842"/>
          </a:xfrm>
          <a:prstGeom prst="rect">
            <a:avLst/>
          </a:prstGeom>
        </p:spPr>
      </p:pic>
      <p:sp>
        <p:nvSpPr>
          <p:cNvPr id="12" name="tv|rise|1|"/>
          <p:cNvSpPr txBox="1"/>
          <p:nvPr/>
        </p:nvSpPr>
        <p:spPr>
          <a:xfrm>
            <a:off x="822960" y="2423160"/>
            <a:ext cx="2971800" cy="347472"/>
          </a:xfrm>
          <a:prstGeom prst="rect">
            <a:avLst/>
          </a:prstGeom>
          <a:noFill/>
          <a:ln/>
        </p:spPr>
        <p:txBody>
          <a:bodyPr wrap="square" lIns="0" tIns="0" rIns="0" bIns="0" rtlCol="0" anchor="t"/>
          <a:lstStyle/>
          <a:p>
            <a:pPr indent="0" marL="0">
              <a:buNone/>
            </a:pPr>
            <a:r>
              <a:rPr lang="en-US" sz="1700" b="1" dirty="0">
                <a:solidFill>
                  <a:srgbClr val="EEFBFF"/>
                </a:solidFill>
              </a:rPr>
              <a:t>Registration and sign-in</a:t>
            </a:r>
            <a:endParaRPr lang="en-US" sz="1700" dirty="0"/>
          </a:p>
        </p:txBody>
      </p:sp>
      <p:sp>
        <p:nvSpPr>
          <p:cNvPr id="13" name="tv|rise|1|"/>
          <p:cNvSpPr txBox="1"/>
          <p:nvPr/>
        </p:nvSpPr>
        <p:spPr>
          <a:xfrm>
            <a:off x="822960" y="2807208"/>
            <a:ext cx="3017520" cy="868680"/>
          </a:xfrm>
          <a:prstGeom prst="rect">
            <a:avLst/>
          </a:prstGeom>
          <a:noFill/>
          <a:ln/>
        </p:spPr>
        <p:txBody>
          <a:bodyPr wrap="square" lIns="0" tIns="0" rIns="0" bIns="0" rtlCol="0" anchor="t"/>
          <a:lstStyle/>
          <a:p>
            <a:pPr indent="0" marL="0">
              <a:buNone/>
            </a:pPr>
            <a:r>
              <a:rPr lang="en-US" sz="1400" dirty="0">
                <a:solidFill>
                  <a:srgbClr val="9FC4CF"/>
                </a:solidFill>
              </a:rPr>
              <a:t>Students sign up with a valid MX roll number; sign-in needs password, email code and Authenticator</a:t>
            </a:r>
            <a:endParaRPr lang="en-US" sz="1400" dirty="0"/>
          </a:p>
        </p:txBody>
      </p:sp>
      <p:sp>
        <p:nvSpPr>
          <p:cNvPr id="14" name="tv|rise|2|"/>
          <p:cNvSpPr/>
          <p:nvPr/>
        </p:nvSpPr>
        <p:spPr>
          <a:xfrm>
            <a:off x="4337914" y="1600200"/>
            <a:ext cx="3514954" cy="2148840"/>
          </a:xfrm>
          <a:prstGeom prst="roundRect">
            <a:avLst>
              <a:gd name="adj" fmla="val 595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5" name="tv|rise|2|"/>
          <p:cNvSpPr txBox="1"/>
          <p:nvPr/>
        </p:nvSpPr>
        <p:spPr>
          <a:xfrm>
            <a:off x="4612234" y="180136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02</a:t>
            </a:r>
            <a:endParaRPr lang="en-US" sz="3000" dirty="0"/>
          </a:p>
        </p:txBody>
      </p:sp>
      <p:sp>
        <p:nvSpPr>
          <p:cNvPr id="16" name="tv|zoom|2|badge"/>
          <p:cNvSpPr/>
          <p:nvPr/>
        </p:nvSpPr>
        <p:spPr>
          <a:xfrm>
            <a:off x="6984187" y="1828800"/>
            <a:ext cx="594360" cy="59436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7"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14946" y="1959559"/>
            <a:ext cx="332842" cy="332842"/>
          </a:xfrm>
          <a:prstGeom prst="rect">
            <a:avLst/>
          </a:prstGeom>
        </p:spPr>
      </p:pic>
      <p:sp>
        <p:nvSpPr>
          <p:cNvPr id="18" name="tv|rise|2|"/>
          <p:cNvSpPr txBox="1"/>
          <p:nvPr/>
        </p:nvSpPr>
        <p:spPr>
          <a:xfrm>
            <a:off x="4612234" y="2423160"/>
            <a:ext cx="2971800" cy="347472"/>
          </a:xfrm>
          <a:prstGeom prst="rect">
            <a:avLst/>
          </a:prstGeom>
          <a:noFill/>
          <a:ln/>
        </p:spPr>
        <p:txBody>
          <a:bodyPr wrap="square" lIns="0" tIns="0" rIns="0" bIns="0" rtlCol="0" anchor="t"/>
          <a:lstStyle/>
          <a:p>
            <a:pPr indent="0" marL="0">
              <a:buNone/>
            </a:pPr>
            <a:r>
              <a:rPr lang="en-US" sz="1700" b="1" dirty="0">
                <a:solidFill>
                  <a:srgbClr val="EEFBFF"/>
                </a:solidFill>
              </a:rPr>
              <a:t>Encrypted document vault</a:t>
            </a:r>
            <a:endParaRPr lang="en-US" sz="1700" dirty="0"/>
          </a:p>
        </p:txBody>
      </p:sp>
      <p:sp>
        <p:nvSpPr>
          <p:cNvPr id="19" name="tv|rise|2|"/>
          <p:cNvSpPr txBox="1"/>
          <p:nvPr/>
        </p:nvSpPr>
        <p:spPr>
          <a:xfrm>
            <a:off x="4612234" y="2807208"/>
            <a:ext cx="3017520" cy="868680"/>
          </a:xfrm>
          <a:prstGeom prst="rect">
            <a:avLst/>
          </a:prstGeom>
          <a:noFill/>
          <a:ln/>
        </p:spPr>
        <p:txBody>
          <a:bodyPr wrap="square" lIns="0" tIns="0" rIns="0" bIns="0" rtlCol="0" anchor="t"/>
          <a:lstStyle/>
          <a:p>
            <a:pPr indent="0" marL="0">
              <a:buNone/>
            </a:pPr>
            <a:r>
              <a:rPr lang="en-US" sz="1400" dirty="0">
                <a:solidFill>
                  <a:srgbClr val="9FC4CF"/>
                </a:solidFill>
              </a:rPr>
              <a:t>Upload, view and delete documents in Identity, Academic and Other; a PIN unlocks the vault</a:t>
            </a:r>
            <a:endParaRPr lang="en-US" sz="1400" dirty="0"/>
          </a:p>
        </p:txBody>
      </p:sp>
      <p:sp>
        <p:nvSpPr>
          <p:cNvPr id="20" name="tv|rise|3|"/>
          <p:cNvSpPr/>
          <p:nvPr/>
        </p:nvSpPr>
        <p:spPr>
          <a:xfrm>
            <a:off x="8127187" y="1600200"/>
            <a:ext cx="3514954" cy="2148840"/>
          </a:xfrm>
          <a:prstGeom prst="roundRect">
            <a:avLst>
              <a:gd name="adj" fmla="val 595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1" name="tv|rise|3|"/>
          <p:cNvSpPr txBox="1"/>
          <p:nvPr/>
        </p:nvSpPr>
        <p:spPr>
          <a:xfrm>
            <a:off x="8401507" y="180136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03</a:t>
            </a:r>
            <a:endParaRPr lang="en-US" sz="3000" dirty="0"/>
          </a:p>
        </p:txBody>
      </p:sp>
      <p:sp>
        <p:nvSpPr>
          <p:cNvPr id="22" name="tv|zoom|3|badge"/>
          <p:cNvSpPr/>
          <p:nvPr/>
        </p:nvSpPr>
        <p:spPr>
          <a:xfrm>
            <a:off x="10773461" y="1828800"/>
            <a:ext cx="594360" cy="59436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23"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0904220" y="1959559"/>
            <a:ext cx="332842" cy="332842"/>
          </a:xfrm>
          <a:prstGeom prst="rect">
            <a:avLst/>
          </a:prstGeom>
        </p:spPr>
      </p:pic>
      <p:sp>
        <p:nvSpPr>
          <p:cNvPr id="24" name="tv|rise|3|"/>
          <p:cNvSpPr txBox="1"/>
          <p:nvPr/>
        </p:nvSpPr>
        <p:spPr>
          <a:xfrm>
            <a:off x="8401507" y="2423160"/>
            <a:ext cx="2971800" cy="347472"/>
          </a:xfrm>
          <a:prstGeom prst="rect">
            <a:avLst/>
          </a:prstGeom>
          <a:noFill/>
          <a:ln/>
        </p:spPr>
        <p:txBody>
          <a:bodyPr wrap="square" lIns="0" tIns="0" rIns="0" bIns="0" rtlCol="0" anchor="t"/>
          <a:lstStyle/>
          <a:p>
            <a:pPr indent="0" marL="0">
              <a:buNone/>
            </a:pPr>
            <a:r>
              <a:rPr lang="en-US" sz="1700" b="1" dirty="0">
                <a:solidFill>
                  <a:srgbClr val="EEFBFF"/>
                </a:solidFill>
              </a:rPr>
              <a:t>Automatic verification</a:t>
            </a:r>
            <a:endParaRPr lang="en-US" sz="1700" dirty="0"/>
          </a:p>
        </p:txBody>
      </p:sp>
      <p:sp>
        <p:nvSpPr>
          <p:cNvPr id="25" name="tv|rise|3|"/>
          <p:cNvSpPr txBox="1"/>
          <p:nvPr/>
        </p:nvSpPr>
        <p:spPr>
          <a:xfrm>
            <a:off x="8401507" y="2807208"/>
            <a:ext cx="3017520" cy="868680"/>
          </a:xfrm>
          <a:prstGeom prst="rect">
            <a:avLst/>
          </a:prstGeom>
          <a:noFill/>
          <a:ln/>
        </p:spPr>
        <p:txBody>
          <a:bodyPr wrap="square" lIns="0" tIns="0" rIns="0" bIns="0" rtlCol="0" anchor="t"/>
          <a:lstStyle/>
          <a:p>
            <a:pPr indent="0" marL="0">
              <a:buNone/>
            </a:pPr>
            <a:r>
              <a:rPr lang="en-US" sz="1400" dirty="0">
                <a:solidFill>
                  <a:srgbClr val="9FC4CF"/>
                </a:solidFill>
              </a:rPr>
              <a:t>Format, checksum, OCR and originality checks score out of 100; failed checks are shown</a:t>
            </a:r>
            <a:endParaRPr lang="en-US" sz="1400" dirty="0"/>
          </a:p>
        </p:txBody>
      </p:sp>
      <p:sp>
        <p:nvSpPr>
          <p:cNvPr id="26" name="tv|rise|4|"/>
          <p:cNvSpPr/>
          <p:nvPr/>
        </p:nvSpPr>
        <p:spPr>
          <a:xfrm>
            <a:off x="548640" y="3977640"/>
            <a:ext cx="3514954" cy="2148840"/>
          </a:xfrm>
          <a:prstGeom prst="roundRect">
            <a:avLst>
              <a:gd name="adj" fmla="val 595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7" name="tv|rise|4|"/>
          <p:cNvSpPr txBox="1"/>
          <p:nvPr/>
        </p:nvSpPr>
        <p:spPr>
          <a:xfrm>
            <a:off x="822960" y="417880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04</a:t>
            </a:r>
            <a:endParaRPr lang="en-US" sz="3000" dirty="0"/>
          </a:p>
        </p:txBody>
      </p:sp>
      <p:sp>
        <p:nvSpPr>
          <p:cNvPr id="28" name="tv|zoom|4|badge"/>
          <p:cNvSpPr/>
          <p:nvPr/>
        </p:nvSpPr>
        <p:spPr>
          <a:xfrm>
            <a:off x="3194914" y="4206240"/>
            <a:ext cx="594360" cy="59436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29"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3325673" y="4336999"/>
            <a:ext cx="332842" cy="332842"/>
          </a:xfrm>
          <a:prstGeom prst="rect">
            <a:avLst/>
          </a:prstGeom>
        </p:spPr>
      </p:pic>
      <p:sp>
        <p:nvSpPr>
          <p:cNvPr id="30" name="tv|rise|4|"/>
          <p:cNvSpPr txBox="1"/>
          <p:nvPr/>
        </p:nvSpPr>
        <p:spPr>
          <a:xfrm>
            <a:off x="822960" y="4800600"/>
            <a:ext cx="2971800" cy="347472"/>
          </a:xfrm>
          <a:prstGeom prst="rect">
            <a:avLst/>
          </a:prstGeom>
          <a:noFill/>
          <a:ln/>
        </p:spPr>
        <p:txBody>
          <a:bodyPr wrap="square" lIns="0" tIns="0" rIns="0" bIns="0" rtlCol="0" anchor="t"/>
          <a:lstStyle/>
          <a:p>
            <a:pPr indent="0" marL="0">
              <a:buNone/>
            </a:pPr>
            <a:r>
              <a:rPr lang="en-US" sz="1700" b="1" dirty="0">
                <a:solidFill>
                  <a:srgbClr val="EEFBFF"/>
                </a:solidFill>
              </a:rPr>
              <a:t>Requests and consent</a:t>
            </a:r>
            <a:endParaRPr lang="en-US" sz="1700" dirty="0"/>
          </a:p>
        </p:txBody>
      </p:sp>
      <p:sp>
        <p:nvSpPr>
          <p:cNvPr id="31" name="tv|rise|4|"/>
          <p:cNvSpPr txBox="1"/>
          <p:nvPr/>
        </p:nvSpPr>
        <p:spPr>
          <a:xfrm>
            <a:off x="822960" y="5184648"/>
            <a:ext cx="3017520" cy="868680"/>
          </a:xfrm>
          <a:prstGeom prst="rect">
            <a:avLst/>
          </a:prstGeom>
          <a:noFill/>
          <a:ln/>
        </p:spPr>
        <p:txBody>
          <a:bodyPr wrap="square" lIns="0" tIns="0" rIns="0" bIns="0" rtlCol="0" anchor="t"/>
          <a:lstStyle/>
          <a:p>
            <a:pPr indent="0" marL="0">
              <a:buNone/>
            </a:pPr>
            <a:r>
              <a:rPr lang="en-US" sz="1400" dirty="0">
                <a:solidFill>
                  <a:srgbClr val="9FC4CF"/>
                </a:solidFill>
              </a:rPr>
              <a:t>Faculty ask one student or a batch; the student shares all, some or none; each opens once in 24 h</a:t>
            </a:r>
            <a:endParaRPr lang="en-US" sz="1400" dirty="0"/>
          </a:p>
        </p:txBody>
      </p:sp>
      <p:sp>
        <p:nvSpPr>
          <p:cNvPr id="32" name="tv|rise|5|"/>
          <p:cNvSpPr/>
          <p:nvPr/>
        </p:nvSpPr>
        <p:spPr>
          <a:xfrm>
            <a:off x="4337914" y="3977640"/>
            <a:ext cx="3514954" cy="2148840"/>
          </a:xfrm>
          <a:prstGeom prst="roundRect">
            <a:avLst>
              <a:gd name="adj" fmla="val 595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3" name="tv|rise|5|"/>
          <p:cNvSpPr txBox="1"/>
          <p:nvPr/>
        </p:nvSpPr>
        <p:spPr>
          <a:xfrm>
            <a:off x="4612234" y="417880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05</a:t>
            </a:r>
            <a:endParaRPr lang="en-US" sz="3000" dirty="0"/>
          </a:p>
        </p:txBody>
      </p:sp>
      <p:sp>
        <p:nvSpPr>
          <p:cNvPr id="34" name="tv|zoom|5|badge"/>
          <p:cNvSpPr/>
          <p:nvPr/>
        </p:nvSpPr>
        <p:spPr>
          <a:xfrm>
            <a:off x="6984187" y="4206240"/>
            <a:ext cx="594360" cy="59436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35" name="tv|zoom|5|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7114946" y="4336999"/>
            <a:ext cx="332842" cy="332842"/>
          </a:xfrm>
          <a:prstGeom prst="rect">
            <a:avLst/>
          </a:prstGeom>
        </p:spPr>
      </p:pic>
      <p:sp>
        <p:nvSpPr>
          <p:cNvPr id="36" name="tv|rise|5|"/>
          <p:cNvSpPr txBox="1"/>
          <p:nvPr/>
        </p:nvSpPr>
        <p:spPr>
          <a:xfrm>
            <a:off x="4612234" y="4800600"/>
            <a:ext cx="2971800" cy="347472"/>
          </a:xfrm>
          <a:prstGeom prst="rect">
            <a:avLst/>
          </a:prstGeom>
          <a:noFill/>
          <a:ln/>
        </p:spPr>
        <p:txBody>
          <a:bodyPr wrap="square" lIns="0" tIns="0" rIns="0" bIns="0" rtlCol="0" anchor="t"/>
          <a:lstStyle/>
          <a:p>
            <a:pPr indent="0" marL="0">
              <a:buNone/>
            </a:pPr>
            <a:r>
              <a:rPr lang="en-US" sz="1700" b="1" dirty="0">
                <a:solidFill>
                  <a:srgbClr val="EEFBFF"/>
                </a:solidFill>
              </a:rPr>
              <a:t>Administration and audit</a:t>
            </a:r>
            <a:endParaRPr lang="en-US" sz="1700" dirty="0"/>
          </a:p>
        </p:txBody>
      </p:sp>
      <p:sp>
        <p:nvSpPr>
          <p:cNvPr id="37" name="tv|rise|5|"/>
          <p:cNvSpPr txBox="1"/>
          <p:nvPr/>
        </p:nvSpPr>
        <p:spPr>
          <a:xfrm>
            <a:off x="4612234" y="5184648"/>
            <a:ext cx="3017520" cy="868680"/>
          </a:xfrm>
          <a:prstGeom prst="rect">
            <a:avLst/>
          </a:prstGeom>
          <a:noFill/>
          <a:ln/>
        </p:spPr>
        <p:txBody>
          <a:bodyPr wrap="square" lIns="0" tIns="0" rIns="0" bIns="0" rtlCol="0" anchor="t"/>
          <a:lstStyle/>
          <a:p>
            <a:pPr indent="0" marL="0">
              <a:buNone/>
            </a:pPr>
            <a:r>
              <a:rPr lang="en-US" sz="1400" dirty="0">
                <a:solidFill>
                  <a:srgbClr val="9FC4CF"/>
                </a:solidFill>
              </a:rPr>
              <a:t>Users, roles and invitations, the audit log and a ledger integrity check that spots any change</a:t>
            </a:r>
            <a:endParaRPr lang="en-US" sz="1400" dirty="0"/>
          </a:p>
        </p:txBody>
      </p:sp>
      <p:sp>
        <p:nvSpPr>
          <p:cNvPr id="38" name="tv|rise|6|"/>
          <p:cNvSpPr/>
          <p:nvPr/>
        </p:nvSpPr>
        <p:spPr>
          <a:xfrm>
            <a:off x="8127187" y="3977640"/>
            <a:ext cx="3514954" cy="2148840"/>
          </a:xfrm>
          <a:prstGeom prst="roundRect">
            <a:avLst>
              <a:gd name="adj" fmla="val 5957"/>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9" name="tv|rise|6|"/>
          <p:cNvSpPr txBox="1"/>
          <p:nvPr/>
        </p:nvSpPr>
        <p:spPr>
          <a:xfrm>
            <a:off x="8401507" y="417880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06</a:t>
            </a:r>
            <a:endParaRPr lang="en-US" sz="3000" dirty="0"/>
          </a:p>
        </p:txBody>
      </p:sp>
      <p:sp>
        <p:nvSpPr>
          <p:cNvPr id="40" name="tv|zoom|6|badge"/>
          <p:cNvSpPr/>
          <p:nvPr/>
        </p:nvSpPr>
        <p:spPr>
          <a:xfrm>
            <a:off x="10773461" y="4206240"/>
            <a:ext cx="594360" cy="59436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41" name="tv|zoom|6|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10904220" y="4336999"/>
            <a:ext cx="332842" cy="332842"/>
          </a:xfrm>
          <a:prstGeom prst="rect">
            <a:avLst/>
          </a:prstGeom>
        </p:spPr>
      </p:pic>
      <p:sp>
        <p:nvSpPr>
          <p:cNvPr id="42" name="tv|rise|6|"/>
          <p:cNvSpPr txBox="1"/>
          <p:nvPr/>
        </p:nvSpPr>
        <p:spPr>
          <a:xfrm>
            <a:off x="8401507" y="4800600"/>
            <a:ext cx="2971800" cy="347472"/>
          </a:xfrm>
          <a:prstGeom prst="rect">
            <a:avLst/>
          </a:prstGeom>
          <a:noFill/>
          <a:ln/>
        </p:spPr>
        <p:txBody>
          <a:bodyPr wrap="square" lIns="0" tIns="0" rIns="0" bIns="0" rtlCol="0" anchor="t"/>
          <a:lstStyle/>
          <a:p>
            <a:pPr indent="0" marL="0">
              <a:buNone/>
            </a:pPr>
            <a:r>
              <a:rPr lang="en-US" sz="1700" b="1" dirty="0">
                <a:solidFill>
                  <a:srgbClr val="EEFBFF"/>
                </a:solidFill>
              </a:rPr>
              <a:t>Notifications and export</a:t>
            </a:r>
            <a:endParaRPr lang="en-US" sz="1700" dirty="0"/>
          </a:p>
        </p:txBody>
      </p:sp>
      <p:sp>
        <p:nvSpPr>
          <p:cNvPr id="43" name="tv|rise|6|"/>
          <p:cNvSpPr txBox="1"/>
          <p:nvPr/>
        </p:nvSpPr>
        <p:spPr>
          <a:xfrm>
            <a:off x="8401507" y="5184648"/>
            <a:ext cx="3017520" cy="868680"/>
          </a:xfrm>
          <a:prstGeom prst="rect">
            <a:avLst/>
          </a:prstGeom>
          <a:noFill/>
          <a:ln/>
        </p:spPr>
        <p:txBody>
          <a:bodyPr wrap="square" lIns="0" tIns="0" rIns="0" bIns="0" rtlCol="0" anchor="t"/>
          <a:lstStyle/>
          <a:p>
            <a:pPr indent="0" marL="0">
              <a:buNone/>
            </a:pPr>
            <a:r>
              <a:rPr lang="en-US" sz="1400" dirty="0">
                <a:solidFill>
                  <a:srgbClr val="9FC4CF"/>
                </a:solidFill>
              </a:rPr>
              <a:t>Email alerts for new devices, requests and views; export as a password-protected ZIP</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42"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700"/>
                                        <p:tgtEl>
                                          <p:spTgt spid="9"/>
                                        </p:tgtEl>
                                      </p:cBhvr>
                                    </p:animEffect>
                                    <p:anim calcmode="lin" valueType="num">
                                      <p:cBhvr>
                                        <p:cTn id="16" dur="700" fill="hold"/>
                                        <p:tgtEl>
                                          <p:spTgt spid="9"/>
                                        </p:tgtEl>
                                        <p:attrNameLst>
                                          <p:attrName>ppt_x</p:attrName>
                                        </p:attrNameLst>
                                      </p:cBhvr>
                                      <p:tavLst>
                                        <p:tav tm="0">
                                          <p:val>
                                            <p:strVal val="#ppt_x"/>
                                          </p:val>
                                        </p:tav>
                                        <p:tav tm="100000">
                                          <p:val>
                                            <p:strVal val="#ppt_x"/>
                                          </p:val>
                                        </p:tav>
                                      </p:tavLst>
                                    </p:anim>
                                    <p:anim calcmode="lin" valueType="num">
                                      <p:cBhvr>
                                        <p:cTn id="17" dur="700" fill="hold"/>
                                        <p:tgtEl>
                                          <p:spTgt spid="9"/>
                                        </p:tgtEl>
                                        <p:attrNameLst>
                                          <p:attrName>ppt_y</p:attrName>
                                        </p:attrNameLst>
                                      </p:cBhvr>
                                      <p:tavLst>
                                        <p:tav tm="0">
                                          <p:val>
                                            <p:strVal val="#ppt_y+.06"/>
                                          </p:val>
                                        </p:tav>
                                        <p:tav tm="100000">
                                          <p:val>
                                            <p:strVal val="#ppt_y"/>
                                          </p:val>
                                        </p:tav>
                                      </p:tavLst>
                                    </p:anim>
                                  </p:childTnLst>
                                </p:cTn>
                              </p:par>
                              <p:par>
                                <p:cTn id="19" presetID="53" presetClass="entr" presetSubtype="16"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 calcmode="lin" valueType="num">
                                      <p:cBhvr>
                                        <p:cTn id="20" dur="550" fill="hold"/>
                                        <p:tgtEl>
                                          <p:spTgt spid="10"/>
                                        </p:tgtEl>
                                        <p:attrNameLst>
                                          <p:attrName>ppt_w</p:attrName>
                                        </p:attrNameLst>
                                      </p:cBhvr>
                                      <p:tavLst>
                                        <p:tav tm="0">
                                          <p:val>
                                            <p:strVal val="0"/>
                                          </p:val>
                                        </p:tav>
                                        <p:tav tm="100000">
                                          <p:val>
                                            <p:strVal val="#ppt_w"/>
                                          </p:val>
                                        </p:tav>
                                      </p:tavLst>
                                    </p:anim>
                                    <p:anim calcmode="lin" valueType="num">
                                      <p:cBhvr>
                                        <p:cTn id="21" dur="550" fill="hold"/>
                                        <p:tgtEl>
                                          <p:spTgt spid="10"/>
                                        </p:tgtEl>
                                        <p:attrNameLst>
                                          <p:attrName>ppt_h</p:attrName>
                                        </p:attrNameLst>
                                      </p:cBhvr>
                                      <p:tavLst>
                                        <p:tav tm="0">
                                          <p:val>
                                            <p:strVal val="0"/>
                                          </p:val>
                                        </p:tav>
                                        <p:tav tm="100000">
                                          <p:val>
                                            <p:strVal val="#ppt_h"/>
                                          </p:val>
                                        </p:tav>
                                      </p:tavLst>
                                    </p:anim>
                                    <p:animEffect transition="in" filter="fade">
                                      <p:cBhvr>
                                        <p:cTn id="22" dur="550"/>
                                        <p:tgtEl>
                                          <p:spTgt spid="10"/>
                                        </p:tgtEl>
                                      </p:cBhvr>
                                    </p:animEffect>
                                  </p:childTnLst>
                                </p:cTn>
                              </p:par>
                              <p:par>
                                <p:cTn id="24" presetID="53" presetClass="entr" presetSubtype="16"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 calcmode="lin" valueType="num">
                                      <p:cBhvr>
                                        <p:cTn id="25" dur="550" fill="hold"/>
                                        <p:tgtEl>
                                          <p:spTgt spid="11"/>
                                        </p:tgtEl>
                                        <p:attrNameLst>
                                          <p:attrName>ppt_w</p:attrName>
                                        </p:attrNameLst>
                                      </p:cBhvr>
                                      <p:tavLst>
                                        <p:tav tm="0">
                                          <p:val>
                                            <p:strVal val="0"/>
                                          </p:val>
                                        </p:tav>
                                        <p:tav tm="100000">
                                          <p:val>
                                            <p:strVal val="#ppt_w"/>
                                          </p:val>
                                        </p:tav>
                                      </p:tavLst>
                                    </p:anim>
                                    <p:anim calcmode="lin" valueType="num">
                                      <p:cBhvr>
                                        <p:cTn id="26" dur="550" fill="hold"/>
                                        <p:tgtEl>
                                          <p:spTgt spid="11"/>
                                        </p:tgtEl>
                                        <p:attrNameLst>
                                          <p:attrName>ppt_h</p:attrName>
                                        </p:attrNameLst>
                                      </p:cBhvr>
                                      <p:tavLst>
                                        <p:tav tm="0">
                                          <p:val>
                                            <p:strVal val="0"/>
                                          </p:val>
                                        </p:tav>
                                        <p:tav tm="100000">
                                          <p:val>
                                            <p:strVal val="#ppt_h"/>
                                          </p:val>
                                        </p:tav>
                                      </p:tavLst>
                                    </p:anim>
                                    <p:animEffect transition="in" filter="fade">
                                      <p:cBhvr>
                                        <p:cTn id="27" dur="550"/>
                                        <p:tgtEl>
                                          <p:spTgt spid="11"/>
                                        </p:tgtEl>
                                      </p:cBhvr>
                                    </p:animEffect>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31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470"/>
                                  </p:stCondLst>
                                  <p:childTnLst>
                                    <p:set>
                                      <p:cBhvr>
                                        <p:cTn id="38" dur="1" fill="hold">
                                          <p:stCondLst>
                                            <p:cond delay="0"/>
                                          </p:stCondLst>
                                        </p:cTn>
                                        <p:tgtEl>
                                          <p:spTgt spid="14"/>
                                        </p:tgtEl>
                                        <p:attrNameLst>
                                          <p:attrName>style.visibility</p:attrName>
                                        </p:attrNameLst>
                                      </p:cBhvr>
                                      <p:to>
                                        <p:strVal val="visible"/>
                                      </p:to>
                                    </p:set>
                                    <p:animEffect transition="in" filter="fade">
                                      <p:cBhvr>
                                        <p:cTn id="40" dur="700"/>
                                        <p:tgtEl>
                                          <p:spTgt spid="14"/>
                                        </p:tgtEl>
                                      </p:cBhvr>
                                    </p:animEffect>
                                    <p:anim calcmode="lin" valueType="num">
                                      <p:cBhvr>
                                        <p:cTn id="41" dur="700" fill="hold"/>
                                        <p:tgtEl>
                                          <p:spTgt spid="14"/>
                                        </p:tgtEl>
                                        <p:attrNameLst>
                                          <p:attrName>ppt_x</p:attrName>
                                        </p:attrNameLst>
                                      </p:cBhvr>
                                      <p:tavLst>
                                        <p:tav tm="0">
                                          <p:val>
                                            <p:strVal val="#ppt_x"/>
                                          </p:val>
                                        </p:tav>
                                        <p:tav tm="100000">
                                          <p:val>
                                            <p:strVal val="#ppt_x"/>
                                          </p:val>
                                        </p:tav>
                                      </p:tavLst>
                                    </p:anim>
                                    <p:anim calcmode="lin" valueType="num">
                                      <p:cBhvr>
                                        <p:cTn id="42" dur="700" fill="hold"/>
                                        <p:tgtEl>
                                          <p:spTgt spid="14"/>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Effect transition="in" filter="fade">
                                      <p:cBhvr>
                                        <p:cTn id="45" dur="700"/>
                                        <p:tgtEl>
                                          <p:spTgt spid="15"/>
                                        </p:tgtEl>
                                      </p:cBhvr>
                                    </p:animEffect>
                                    <p:anim calcmode="lin" valueType="num">
                                      <p:cBhvr>
                                        <p:cTn id="46" dur="700" fill="hold"/>
                                        <p:tgtEl>
                                          <p:spTgt spid="15"/>
                                        </p:tgtEl>
                                        <p:attrNameLst>
                                          <p:attrName>ppt_x</p:attrName>
                                        </p:attrNameLst>
                                      </p:cBhvr>
                                      <p:tavLst>
                                        <p:tav tm="0">
                                          <p:val>
                                            <p:strVal val="#ppt_x"/>
                                          </p:val>
                                        </p:tav>
                                        <p:tav tm="100000">
                                          <p:val>
                                            <p:strVal val="#ppt_x"/>
                                          </p:val>
                                        </p:tav>
                                      </p:tavLst>
                                    </p:anim>
                                    <p:anim calcmode="lin" valueType="num">
                                      <p:cBhvr>
                                        <p:cTn id="47" dur="700" fill="hold"/>
                                        <p:tgtEl>
                                          <p:spTgt spid="15"/>
                                        </p:tgtEl>
                                        <p:attrNameLst>
                                          <p:attrName>ppt_y</p:attrName>
                                        </p:attrNameLst>
                                      </p:cBhvr>
                                      <p:tavLst>
                                        <p:tav tm="0">
                                          <p:val>
                                            <p:strVal val="#ppt_y+.06"/>
                                          </p:val>
                                        </p:tav>
                                        <p:tav tm="100000">
                                          <p:val>
                                            <p:strVal val="#ppt_y"/>
                                          </p:val>
                                        </p:tav>
                                      </p:tavLst>
                                    </p:anim>
                                  </p:childTnLst>
                                </p:cTn>
                              </p:par>
                              <p:par>
                                <p:cTn id="49" presetID="53" presetClass="entr" presetSubtype="16"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 calcmode="lin" valueType="num">
                                      <p:cBhvr>
                                        <p:cTn id="50" dur="550" fill="hold"/>
                                        <p:tgtEl>
                                          <p:spTgt spid="16"/>
                                        </p:tgtEl>
                                        <p:attrNameLst>
                                          <p:attrName>ppt_w</p:attrName>
                                        </p:attrNameLst>
                                      </p:cBhvr>
                                      <p:tavLst>
                                        <p:tav tm="0">
                                          <p:val>
                                            <p:strVal val="0"/>
                                          </p:val>
                                        </p:tav>
                                        <p:tav tm="100000">
                                          <p:val>
                                            <p:strVal val="#ppt_w"/>
                                          </p:val>
                                        </p:tav>
                                      </p:tavLst>
                                    </p:anim>
                                    <p:anim calcmode="lin" valueType="num">
                                      <p:cBhvr>
                                        <p:cTn id="51" dur="550" fill="hold"/>
                                        <p:tgtEl>
                                          <p:spTgt spid="16"/>
                                        </p:tgtEl>
                                        <p:attrNameLst>
                                          <p:attrName>ppt_h</p:attrName>
                                        </p:attrNameLst>
                                      </p:cBhvr>
                                      <p:tavLst>
                                        <p:tav tm="0">
                                          <p:val>
                                            <p:strVal val="0"/>
                                          </p:val>
                                        </p:tav>
                                        <p:tav tm="100000">
                                          <p:val>
                                            <p:strVal val="#ppt_h"/>
                                          </p:val>
                                        </p:tav>
                                      </p:tavLst>
                                    </p:anim>
                                    <p:animEffect transition="in" filter="fade">
                                      <p:cBhvr>
                                        <p:cTn id="52" dur="550"/>
                                        <p:tgtEl>
                                          <p:spTgt spid="16"/>
                                        </p:tgtEl>
                                      </p:cBhvr>
                                    </p:animEffect>
                                  </p:childTnLst>
                                </p:cTn>
                              </p:par>
                              <p:par>
                                <p:cTn id="54" presetID="53" presetClass="entr" presetSubtype="16"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 calcmode="lin" valueType="num">
                                      <p:cBhvr>
                                        <p:cTn id="55" dur="550" fill="hold"/>
                                        <p:tgtEl>
                                          <p:spTgt spid="17"/>
                                        </p:tgtEl>
                                        <p:attrNameLst>
                                          <p:attrName>ppt_w</p:attrName>
                                        </p:attrNameLst>
                                      </p:cBhvr>
                                      <p:tavLst>
                                        <p:tav tm="0">
                                          <p:val>
                                            <p:strVal val="0"/>
                                          </p:val>
                                        </p:tav>
                                        <p:tav tm="100000">
                                          <p:val>
                                            <p:strVal val="#ppt_w"/>
                                          </p:val>
                                        </p:tav>
                                      </p:tavLst>
                                    </p:anim>
                                    <p:anim calcmode="lin" valueType="num">
                                      <p:cBhvr>
                                        <p:cTn id="56" dur="550" fill="hold"/>
                                        <p:tgtEl>
                                          <p:spTgt spid="17"/>
                                        </p:tgtEl>
                                        <p:attrNameLst>
                                          <p:attrName>ppt_h</p:attrName>
                                        </p:attrNameLst>
                                      </p:cBhvr>
                                      <p:tavLst>
                                        <p:tav tm="0">
                                          <p:val>
                                            <p:strVal val="0"/>
                                          </p:val>
                                        </p:tav>
                                        <p:tav tm="100000">
                                          <p:val>
                                            <p:strVal val="#ppt_h"/>
                                          </p:val>
                                        </p:tav>
                                      </p:tavLst>
                                    </p:anim>
                                    <p:animEffect transition="in" filter="fade">
                                      <p:cBhvr>
                                        <p:cTn id="57" dur="550"/>
                                        <p:tgtEl>
                                          <p:spTgt spid="17"/>
                                        </p:tgtEl>
                                      </p:cBhvr>
                                    </p:animEffect>
                                  </p:childTnLst>
                                </p:cTn>
                              </p:par>
                              <p:par>
                                <p:cTn id="59" presetID="42" presetClass="entr" presetSubtype="0" fill="hold" grpId="0" nodeType="withEffect">
                                  <p:stCondLst>
                                    <p:cond delay="47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470"/>
                                  </p:stCondLst>
                                  <p:childTnLst>
                                    <p:set>
                                      <p:cBhvr>
                                        <p:cTn id="63" dur="1" fill="hold">
                                          <p:stCondLst>
                                            <p:cond delay="0"/>
                                          </p:stCondLst>
                                        </p:cTn>
                                        <p:tgtEl>
                                          <p:spTgt spid="19"/>
                                        </p:tgtEl>
                                        <p:attrNameLst>
                                          <p:attrName>style.visibility</p:attrName>
                                        </p:attrNameLst>
                                      </p:cBhvr>
                                      <p:to>
                                        <p:strVal val="visible"/>
                                      </p:to>
                                    </p:set>
                                    <p:animEffect transition="in" filter="fade">
                                      <p:cBhvr>
                                        <p:cTn id="65" dur="700"/>
                                        <p:tgtEl>
                                          <p:spTgt spid="19"/>
                                        </p:tgtEl>
                                      </p:cBhvr>
                                    </p:animEffect>
                                    <p:anim calcmode="lin" valueType="num">
                                      <p:cBhvr>
                                        <p:cTn id="66" dur="700" fill="hold"/>
                                        <p:tgtEl>
                                          <p:spTgt spid="19"/>
                                        </p:tgtEl>
                                        <p:attrNameLst>
                                          <p:attrName>ppt_x</p:attrName>
                                        </p:attrNameLst>
                                      </p:cBhvr>
                                      <p:tavLst>
                                        <p:tav tm="0">
                                          <p:val>
                                            <p:strVal val="#ppt_x"/>
                                          </p:val>
                                        </p:tav>
                                        <p:tav tm="100000">
                                          <p:val>
                                            <p:strVal val="#ppt_x"/>
                                          </p:val>
                                        </p:tav>
                                      </p:tavLst>
                                    </p:anim>
                                    <p:anim calcmode="lin" valueType="num">
                                      <p:cBhvr>
                                        <p:cTn id="67" dur="700" fill="hold"/>
                                        <p:tgtEl>
                                          <p:spTgt spid="19"/>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630"/>
                                  </p:stCondLst>
                                  <p:childTnLst>
                                    <p:set>
                                      <p:cBhvr>
                                        <p:cTn id="68" dur="1" fill="hold">
                                          <p:stCondLst>
                                            <p:cond delay="0"/>
                                          </p:stCondLst>
                                        </p:cTn>
                                        <p:tgtEl>
                                          <p:spTgt spid="20"/>
                                        </p:tgtEl>
                                        <p:attrNameLst>
                                          <p:attrName>style.visibility</p:attrName>
                                        </p:attrNameLst>
                                      </p:cBhvr>
                                      <p:to>
                                        <p:strVal val="visible"/>
                                      </p:to>
                                    </p:set>
                                    <p:animEffect transition="in" filter="fade">
                                      <p:cBhvr>
                                        <p:cTn id="70" dur="700"/>
                                        <p:tgtEl>
                                          <p:spTgt spid="20"/>
                                        </p:tgtEl>
                                      </p:cBhvr>
                                    </p:animEffect>
                                    <p:anim calcmode="lin" valueType="num">
                                      <p:cBhvr>
                                        <p:cTn id="71" dur="700" fill="hold"/>
                                        <p:tgtEl>
                                          <p:spTgt spid="20"/>
                                        </p:tgtEl>
                                        <p:attrNameLst>
                                          <p:attrName>ppt_x</p:attrName>
                                        </p:attrNameLst>
                                      </p:cBhvr>
                                      <p:tavLst>
                                        <p:tav tm="0">
                                          <p:val>
                                            <p:strVal val="#ppt_x"/>
                                          </p:val>
                                        </p:tav>
                                        <p:tav tm="100000">
                                          <p:val>
                                            <p:strVal val="#ppt_x"/>
                                          </p:val>
                                        </p:tav>
                                      </p:tavLst>
                                    </p:anim>
                                    <p:anim calcmode="lin" valueType="num">
                                      <p:cBhvr>
                                        <p:cTn id="72" dur="700" fill="hold"/>
                                        <p:tgtEl>
                                          <p:spTgt spid="20"/>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63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53" presetClass="entr" presetSubtype="16"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 calcmode="lin" valueType="num">
                                      <p:cBhvr>
                                        <p:cTn id="80" dur="550" fill="hold"/>
                                        <p:tgtEl>
                                          <p:spTgt spid="22"/>
                                        </p:tgtEl>
                                        <p:attrNameLst>
                                          <p:attrName>ppt_w</p:attrName>
                                        </p:attrNameLst>
                                      </p:cBhvr>
                                      <p:tavLst>
                                        <p:tav tm="0">
                                          <p:val>
                                            <p:strVal val="0"/>
                                          </p:val>
                                        </p:tav>
                                        <p:tav tm="100000">
                                          <p:val>
                                            <p:strVal val="#ppt_w"/>
                                          </p:val>
                                        </p:tav>
                                      </p:tavLst>
                                    </p:anim>
                                    <p:anim calcmode="lin" valueType="num">
                                      <p:cBhvr>
                                        <p:cTn id="81" dur="550" fill="hold"/>
                                        <p:tgtEl>
                                          <p:spTgt spid="22"/>
                                        </p:tgtEl>
                                        <p:attrNameLst>
                                          <p:attrName>ppt_h</p:attrName>
                                        </p:attrNameLst>
                                      </p:cBhvr>
                                      <p:tavLst>
                                        <p:tav tm="0">
                                          <p:val>
                                            <p:strVal val="0"/>
                                          </p:val>
                                        </p:tav>
                                        <p:tav tm="100000">
                                          <p:val>
                                            <p:strVal val="#ppt_h"/>
                                          </p:val>
                                        </p:tav>
                                      </p:tavLst>
                                    </p:anim>
                                    <p:animEffect transition="in" filter="fade">
                                      <p:cBhvr>
                                        <p:cTn id="82" dur="550"/>
                                        <p:tgtEl>
                                          <p:spTgt spid="22"/>
                                        </p:tgtEl>
                                      </p:cBhvr>
                                    </p:animEffect>
                                  </p:childTnLst>
                                </p:cTn>
                              </p:par>
                              <p:par>
                                <p:cTn id="84" presetID="53" presetClass="entr" presetSubtype="16" fill="hold" grpId="0" nodeType="withEffect">
                                  <p:stCondLst>
                                    <p:cond delay="630"/>
                                  </p:stCondLst>
                                  <p:childTnLst>
                                    <p:set>
                                      <p:cBhvr>
                                        <p:cTn id="83" dur="1" fill="hold">
                                          <p:stCondLst>
                                            <p:cond delay="0"/>
                                          </p:stCondLst>
                                        </p:cTn>
                                        <p:tgtEl>
                                          <p:spTgt spid="23"/>
                                        </p:tgtEl>
                                        <p:attrNameLst>
                                          <p:attrName>style.visibility</p:attrName>
                                        </p:attrNameLst>
                                      </p:cBhvr>
                                      <p:to>
                                        <p:strVal val="visible"/>
                                      </p:to>
                                    </p:set>
                                    <p:anim calcmode="lin" valueType="num">
                                      <p:cBhvr>
                                        <p:cTn id="85" dur="550" fill="hold"/>
                                        <p:tgtEl>
                                          <p:spTgt spid="23"/>
                                        </p:tgtEl>
                                        <p:attrNameLst>
                                          <p:attrName>ppt_w</p:attrName>
                                        </p:attrNameLst>
                                      </p:cBhvr>
                                      <p:tavLst>
                                        <p:tav tm="0">
                                          <p:val>
                                            <p:strVal val="0"/>
                                          </p:val>
                                        </p:tav>
                                        <p:tav tm="100000">
                                          <p:val>
                                            <p:strVal val="#ppt_w"/>
                                          </p:val>
                                        </p:tav>
                                      </p:tavLst>
                                    </p:anim>
                                    <p:anim calcmode="lin" valueType="num">
                                      <p:cBhvr>
                                        <p:cTn id="86" dur="550" fill="hold"/>
                                        <p:tgtEl>
                                          <p:spTgt spid="23"/>
                                        </p:tgtEl>
                                        <p:attrNameLst>
                                          <p:attrName>ppt_h</p:attrName>
                                        </p:attrNameLst>
                                      </p:cBhvr>
                                      <p:tavLst>
                                        <p:tav tm="0">
                                          <p:val>
                                            <p:strVal val="0"/>
                                          </p:val>
                                        </p:tav>
                                        <p:tav tm="100000">
                                          <p:val>
                                            <p:strVal val="#ppt_h"/>
                                          </p:val>
                                        </p:tav>
                                      </p:tavLst>
                                    </p:anim>
                                    <p:animEffect transition="in" filter="fade">
                                      <p:cBhvr>
                                        <p:cTn id="87" dur="550"/>
                                        <p:tgtEl>
                                          <p:spTgt spid="23"/>
                                        </p:tgtEl>
                                      </p:cBhvr>
                                    </p:animEffect>
                                  </p:childTnLst>
                                </p:cTn>
                              </p:par>
                              <p:par>
                                <p:cTn id="89" presetID="42" presetClass="entr" presetSubtype="0" fill="hold" grpId="0" nodeType="withEffect">
                                  <p:stCondLst>
                                    <p:cond delay="630"/>
                                  </p:stCondLst>
                                  <p:childTnLst>
                                    <p:set>
                                      <p:cBhvr>
                                        <p:cTn id="88" dur="1" fill="hold">
                                          <p:stCondLst>
                                            <p:cond delay="0"/>
                                          </p:stCondLst>
                                        </p:cTn>
                                        <p:tgtEl>
                                          <p:spTgt spid="24"/>
                                        </p:tgtEl>
                                        <p:attrNameLst>
                                          <p:attrName>style.visibility</p:attrName>
                                        </p:attrNameLst>
                                      </p:cBhvr>
                                      <p:to>
                                        <p:strVal val="visible"/>
                                      </p:to>
                                    </p:set>
                                    <p:animEffect transition="in" filter="fade">
                                      <p:cBhvr>
                                        <p:cTn id="90" dur="700"/>
                                        <p:tgtEl>
                                          <p:spTgt spid="24"/>
                                        </p:tgtEl>
                                      </p:cBhvr>
                                    </p:animEffect>
                                    <p:anim calcmode="lin" valueType="num">
                                      <p:cBhvr>
                                        <p:cTn id="91" dur="700" fill="hold"/>
                                        <p:tgtEl>
                                          <p:spTgt spid="24"/>
                                        </p:tgtEl>
                                        <p:attrNameLst>
                                          <p:attrName>ppt_x</p:attrName>
                                        </p:attrNameLst>
                                      </p:cBhvr>
                                      <p:tavLst>
                                        <p:tav tm="0">
                                          <p:val>
                                            <p:strVal val="#ppt_x"/>
                                          </p:val>
                                        </p:tav>
                                        <p:tav tm="100000">
                                          <p:val>
                                            <p:strVal val="#ppt_x"/>
                                          </p:val>
                                        </p:tav>
                                      </p:tavLst>
                                    </p:anim>
                                    <p:anim calcmode="lin" valueType="num">
                                      <p:cBhvr>
                                        <p:cTn id="92" dur="700" fill="hold"/>
                                        <p:tgtEl>
                                          <p:spTgt spid="24"/>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630"/>
                                  </p:stCondLst>
                                  <p:childTnLst>
                                    <p:set>
                                      <p:cBhvr>
                                        <p:cTn id="93" dur="1" fill="hold">
                                          <p:stCondLst>
                                            <p:cond delay="0"/>
                                          </p:stCondLst>
                                        </p:cTn>
                                        <p:tgtEl>
                                          <p:spTgt spid="25"/>
                                        </p:tgtEl>
                                        <p:attrNameLst>
                                          <p:attrName>style.visibility</p:attrName>
                                        </p:attrNameLst>
                                      </p:cBhvr>
                                      <p:to>
                                        <p:strVal val="visible"/>
                                      </p:to>
                                    </p:set>
                                    <p:animEffect transition="in" filter="fade">
                                      <p:cBhvr>
                                        <p:cTn id="95" dur="700"/>
                                        <p:tgtEl>
                                          <p:spTgt spid="25"/>
                                        </p:tgtEl>
                                      </p:cBhvr>
                                    </p:animEffect>
                                    <p:anim calcmode="lin" valueType="num">
                                      <p:cBhvr>
                                        <p:cTn id="96" dur="700" fill="hold"/>
                                        <p:tgtEl>
                                          <p:spTgt spid="25"/>
                                        </p:tgtEl>
                                        <p:attrNameLst>
                                          <p:attrName>ppt_x</p:attrName>
                                        </p:attrNameLst>
                                      </p:cBhvr>
                                      <p:tavLst>
                                        <p:tav tm="0">
                                          <p:val>
                                            <p:strVal val="#ppt_x"/>
                                          </p:val>
                                        </p:tav>
                                        <p:tav tm="100000">
                                          <p:val>
                                            <p:strVal val="#ppt_x"/>
                                          </p:val>
                                        </p:tav>
                                      </p:tavLst>
                                    </p:anim>
                                    <p:anim calcmode="lin" valueType="num">
                                      <p:cBhvr>
                                        <p:cTn id="97" dur="700" fill="hold"/>
                                        <p:tgtEl>
                                          <p:spTgt spid="25"/>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53" presetClass="entr" presetSubtype="16" fill="hold" grpId="0" nodeType="withEffect">
                                  <p:stCondLst>
                                    <p:cond delay="790"/>
                                  </p:stCondLst>
                                  <p:childTnLst>
                                    <p:set>
                                      <p:cBhvr>
                                        <p:cTn id="108" dur="1" fill="hold">
                                          <p:stCondLst>
                                            <p:cond delay="0"/>
                                          </p:stCondLst>
                                        </p:cTn>
                                        <p:tgtEl>
                                          <p:spTgt spid="28"/>
                                        </p:tgtEl>
                                        <p:attrNameLst>
                                          <p:attrName>style.visibility</p:attrName>
                                        </p:attrNameLst>
                                      </p:cBhvr>
                                      <p:to>
                                        <p:strVal val="visible"/>
                                      </p:to>
                                    </p:set>
                                    <p:anim calcmode="lin" valueType="num">
                                      <p:cBhvr>
                                        <p:cTn id="110" dur="550" fill="hold"/>
                                        <p:tgtEl>
                                          <p:spTgt spid="28"/>
                                        </p:tgtEl>
                                        <p:attrNameLst>
                                          <p:attrName>ppt_w</p:attrName>
                                        </p:attrNameLst>
                                      </p:cBhvr>
                                      <p:tavLst>
                                        <p:tav tm="0">
                                          <p:val>
                                            <p:strVal val="0"/>
                                          </p:val>
                                        </p:tav>
                                        <p:tav tm="100000">
                                          <p:val>
                                            <p:strVal val="#ppt_w"/>
                                          </p:val>
                                        </p:tav>
                                      </p:tavLst>
                                    </p:anim>
                                    <p:anim calcmode="lin" valueType="num">
                                      <p:cBhvr>
                                        <p:cTn id="111" dur="550" fill="hold"/>
                                        <p:tgtEl>
                                          <p:spTgt spid="28"/>
                                        </p:tgtEl>
                                        <p:attrNameLst>
                                          <p:attrName>ppt_h</p:attrName>
                                        </p:attrNameLst>
                                      </p:cBhvr>
                                      <p:tavLst>
                                        <p:tav tm="0">
                                          <p:val>
                                            <p:strVal val="0"/>
                                          </p:val>
                                        </p:tav>
                                        <p:tav tm="100000">
                                          <p:val>
                                            <p:strVal val="#ppt_h"/>
                                          </p:val>
                                        </p:tav>
                                      </p:tavLst>
                                    </p:anim>
                                    <p:animEffect transition="in" filter="fade">
                                      <p:cBhvr>
                                        <p:cTn id="112" dur="550"/>
                                        <p:tgtEl>
                                          <p:spTgt spid="28"/>
                                        </p:tgtEl>
                                      </p:cBhvr>
                                    </p:animEffect>
                                  </p:childTnLst>
                                </p:cTn>
                              </p:par>
                              <p:par>
                                <p:cTn id="114" presetID="53" presetClass="entr" presetSubtype="16" fill="hold" grpId="0" nodeType="withEffect">
                                  <p:stCondLst>
                                    <p:cond delay="790"/>
                                  </p:stCondLst>
                                  <p:childTnLst>
                                    <p:set>
                                      <p:cBhvr>
                                        <p:cTn id="113" dur="1" fill="hold">
                                          <p:stCondLst>
                                            <p:cond delay="0"/>
                                          </p:stCondLst>
                                        </p:cTn>
                                        <p:tgtEl>
                                          <p:spTgt spid="29"/>
                                        </p:tgtEl>
                                        <p:attrNameLst>
                                          <p:attrName>style.visibility</p:attrName>
                                        </p:attrNameLst>
                                      </p:cBhvr>
                                      <p:to>
                                        <p:strVal val="visible"/>
                                      </p:to>
                                    </p:set>
                                    <p:anim calcmode="lin" valueType="num">
                                      <p:cBhvr>
                                        <p:cTn id="115" dur="550" fill="hold"/>
                                        <p:tgtEl>
                                          <p:spTgt spid="29"/>
                                        </p:tgtEl>
                                        <p:attrNameLst>
                                          <p:attrName>ppt_w</p:attrName>
                                        </p:attrNameLst>
                                      </p:cBhvr>
                                      <p:tavLst>
                                        <p:tav tm="0">
                                          <p:val>
                                            <p:strVal val="0"/>
                                          </p:val>
                                        </p:tav>
                                        <p:tav tm="100000">
                                          <p:val>
                                            <p:strVal val="#ppt_w"/>
                                          </p:val>
                                        </p:tav>
                                      </p:tavLst>
                                    </p:anim>
                                    <p:anim calcmode="lin" valueType="num">
                                      <p:cBhvr>
                                        <p:cTn id="116" dur="550" fill="hold"/>
                                        <p:tgtEl>
                                          <p:spTgt spid="29"/>
                                        </p:tgtEl>
                                        <p:attrNameLst>
                                          <p:attrName>ppt_h</p:attrName>
                                        </p:attrNameLst>
                                      </p:cBhvr>
                                      <p:tavLst>
                                        <p:tav tm="0">
                                          <p:val>
                                            <p:strVal val="0"/>
                                          </p:val>
                                        </p:tav>
                                        <p:tav tm="100000">
                                          <p:val>
                                            <p:strVal val="#ppt_h"/>
                                          </p:val>
                                        </p:tav>
                                      </p:tavLst>
                                    </p:anim>
                                    <p:animEffect transition="in" filter="fade">
                                      <p:cBhvr>
                                        <p:cTn id="117" dur="550"/>
                                        <p:tgtEl>
                                          <p:spTgt spid="29"/>
                                        </p:tgtEl>
                                      </p:cBhvr>
                                    </p:animEffect>
                                  </p:childTnLst>
                                </p:cTn>
                              </p:par>
                              <p:par>
                                <p:cTn id="119" presetID="42" presetClass="entr" presetSubtype="0" fill="hold" grpId="0" nodeType="withEffect">
                                  <p:stCondLst>
                                    <p:cond delay="79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20" dur="700"/>
                                        <p:tgtEl>
                                          <p:spTgt spid="30"/>
                                        </p:tgtEl>
                                      </p:cBhvr>
                                    </p:animEffect>
                                    <p:anim calcmode="lin" valueType="num">
                                      <p:cBhvr>
                                        <p:cTn id="121" dur="700" fill="hold"/>
                                        <p:tgtEl>
                                          <p:spTgt spid="30"/>
                                        </p:tgtEl>
                                        <p:attrNameLst>
                                          <p:attrName>ppt_x</p:attrName>
                                        </p:attrNameLst>
                                      </p:cBhvr>
                                      <p:tavLst>
                                        <p:tav tm="0">
                                          <p:val>
                                            <p:strVal val="#ppt_x"/>
                                          </p:val>
                                        </p:tav>
                                        <p:tav tm="100000">
                                          <p:val>
                                            <p:strVal val="#ppt_x"/>
                                          </p:val>
                                        </p:tav>
                                      </p:tavLst>
                                    </p:anim>
                                    <p:anim calcmode="lin" valueType="num">
                                      <p:cBhvr>
                                        <p:cTn id="122" dur="700" fill="hold"/>
                                        <p:tgtEl>
                                          <p:spTgt spid="30"/>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79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5" dur="700"/>
                                        <p:tgtEl>
                                          <p:spTgt spid="31"/>
                                        </p:tgtEl>
                                      </p:cBhvr>
                                    </p:animEffect>
                                    <p:anim calcmode="lin" valueType="num">
                                      <p:cBhvr>
                                        <p:cTn id="126" dur="700" fill="hold"/>
                                        <p:tgtEl>
                                          <p:spTgt spid="31"/>
                                        </p:tgtEl>
                                        <p:attrNameLst>
                                          <p:attrName>ppt_x</p:attrName>
                                        </p:attrNameLst>
                                      </p:cBhvr>
                                      <p:tavLst>
                                        <p:tav tm="0">
                                          <p:val>
                                            <p:strVal val="#ppt_x"/>
                                          </p:val>
                                        </p:tav>
                                        <p:tav tm="100000">
                                          <p:val>
                                            <p:strVal val="#ppt_x"/>
                                          </p:val>
                                        </p:tav>
                                      </p:tavLst>
                                    </p:anim>
                                    <p:anim calcmode="lin" valueType="num">
                                      <p:cBhvr>
                                        <p:cTn id="127" dur="70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95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30" dur="700"/>
                                        <p:tgtEl>
                                          <p:spTgt spid="32"/>
                                        </p:tgtEl>
                                      </p:cBhvr>
                                    </p:animEffect>
                                    <p:anim calcmode="lin" valueType="num">
                                      <p:cBhvr>
                                        <p:cTn id="131" dur="700" fill="hold"/>
                                        <p:tgtEl>
                                          <p:spTgt spid="32"/>
                                        </p:tgtEl>
                                        <p:attrNameLst>
                                          <p:attrName>ppt_x</p:attrName>
                                        </p:attrNameLst>
                                      </p:cBhvr>
                                      <p:tavLst>
                                        <p:tav tm="0">
                                          <p:val>
                                            <p:strVal val="#ppt_x"/>
                                          </p:val>
                                        </p:tav>
                                        <p:tav tm="100000">
                                          <p:val>
                                            <p:strVal val="#ppt_x"/>
                                          </p:val>
                                        </p:tav>
                                      </p:tavLst>
                                    </p:anim>
                                    <p:anim calcmode="lin" valueType="num">
                                      <p:cBhvr>
                                        <p:cTn id="132" dur="700" fill="hold"/>
                                        <p:tgtEl>
                                          <p:spTgt spid="32"/>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95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5" dur="700"/>
                                        <p:tgtEl>
                                          <p:spTgt spid="33"/>
                                        </p:tgtEl>
                                      </p:cBhvr>
                                    </p:animEffect>
                                    <p:anim calcmode="lin" valueType="num">
                                      <p:cBhvr>
                                        <p:cTn id="136" dur="700" fill="hold"/>
                                        <p:tgtEl>
                                          <p:spTgt spid="33"/>
                                        </p:tgtEl>
                                        <p:attrNameLst>
                                          <p:attrName>ppt_x</p:attrName>
                                        </p:attrNameLst>
                                      </p:cBhvr>
                                      <p:tavLst>
                                        <p:tav tm="0">
                                          <p:val>
                                            <p:strVal val="#ppt_x"/>
                                          </p:val>
                                        </p:tav>
                                        <p:tav tm="100000">
                                          <p:val>
                                            <p:strVal val="#ppt_x"/>
                                          </p:val>
                                        </p:tav>
                                      </p:tavLst>
                                    </p:anim>
                                    <p:anim calcmode="lin" valueType="num">
                                      <p:cBhvr>
                                        <p:cTn id="137" dur="700" fill="hold"/>
                                        <p:tgtEl>
                                          <p:spTgt spid="33"/>
                                        </p:tgtEl>
                                        <p:attrNameLst>
                                          <p:attrName>ppt_y</p:attrName>
                                        </p:attrNameLst>
                                      </p:cBhvr>
                                      <p:tavLst>
                                        <p:tav tm="0">
                                          <p:val>
                                            <p:strVal val="#ppt_y+.06"/>
                                          </p:val>
                                        </p:tav>
                                        <p:tav tm="100000">
                                          <p:val>
                                            <p:strVal val="#ppt_y"/>
                                          </p:val>
                                        </p:tav>
                                      </p:tavLst>
                                    </p:anim>
                                  </p:childTnLst>
                                </p:cTn>
                              </p:par>
                              <p:par>
                                <p:cTn id="139" presetID="53" presetClass="entr" presetSubtype="16" fill="hold" grpId="0" nodeType="withEffect">
                                  <p:stCondLst>
                                    <p:cond delay="950"/>
                                  </p:stCondLst>
                                  <p:childTnLst>
                                    <p:set>
                                      <p:cBhvr>
                                        <p:cTn id="138" dur="1" fill="hold">
                                          <p:stCondLst>
                                            <p:cond delay="0"/>
                                          </p:stCondLst>
                                        </p:cTn>
                                        <p:tgtEl>
                                          <p:spTgt spid="34"/>
                                        </p:tgtEl>
                                        <p:attrNameLst>
                                          <p:attrName>style.visibility</p:attrName>
                                        </p:attrNameLst>
                                      </p:cBhvr>
                                      <p:to>
                                        <p:strVal val="visible"/>
                                      </p:to>
                                    </p:set>
                                    <p:anim calcmode="lin" valueType="num">
                                      <p:cBhvr>
                                        <p:cTn id="140" dur="550" fill="hold"/>
                                        <p:tgtEl>
                                          <p:spTgt spid="34"/>
                                        </p:tgtEl>
                                        <p:attrNameLst>
                                          <p:attrName>ppt_w</p:attrName>
                                        </p:attrNameLst>
                                      </p:cBhvr>
                                      <p:tavLst>
                                        <p:tav tm="0">
                                          <p:val>
                                            <p:strVal val="0"/>
                                          </p:val>
                                        </p:tav>
                                        <p:tav tm="100000">
                                          <p:val>
                                            <p:strVal val="#ppt_w"/>
                                          </p:val>
                                        </p:tav>
                                      </p:tavLst>
                                    </p:anim>
                                    <p:anim calcmode="lin" valueType="num">
                                      <p:cBhvr>
                                        <p:cTn id="141" dur="550" fill="hold"/>
                                        <p:tgtEl>
                                          <p:spTgt spid="34"/>
                                        </p:tgtEl>
                                        <p:attrNameLst>
                                          <p:attrName>ppt_h</p:attrName>
                                        </p:attrNameLst>
                                      </p:cBhvr>
                                      <p:tavLst>
                                        <p:tav tm="0">
                                          <p:val>
                                            <p:strVal val="0"/>
                                          </p:val>
                                        </p:tav>
                                        <p:tav tm="100000">
                                          <p:val>
                                            <p:strVal val="#ppt_h"/>
                                          </p:val>
                                        </p:tav>
                                      </p:tavLst>
                                    </p:anim>
                                    <p:animEffect transition="in" filter="fade">
                                      <p:cBhvr>
                                        <p:cTn id="142" dur="550"/>
                                        <p:tgtEl>
                                          <p:spTgt spid="34"/>
                                        </p:tgtEl>
                                      </p:cBhvr>
                                    </p:animEffect>
                                  </p:childTnLst>
                                </p:cTn>
                              </p:par>
                              <p:par>
                                <p:cTn id="144" presetID="53" presetClass="entr" presetSubtype="16" fill="hold" grpId="0" nodeType="withEffect">
                                  <p:stCondLst>
                                    <p:cond delay="950"/>
                                  </p:stCondLst>
                                  <p:childTnLst>
                                    <p:set>
                                      <p:cBhvr>
                                        <p:cTn id="143" dur="1" fill="hold">
                                          <p:stCondLst>
                                            <p:cond delay="0"/>
                                          </p:stCondLst>
                                        </p:cTn>
                                        <p:tgtEl>
                                          <p:spTgt spid="35"/>
                                        </p:tgtEl>
                                        <p:attrNameLst>
                                          <p:attrName>style.visibility</p:attrName>
                                        </p:attrNameLst>
                                      </p:cBhvr>
                                      <p:to>
                                        <p:strVal val="visible"/>
                                      </p:to>
                                    </p:set>
                                    <p:anim calcmode="lin" valueType="num">
                                      <p:cBhvr>
                                        <p:cTn id="145" dur="550" fill="hold"/>
                                        <p:tgtEl>
                                          <p:spTgt spid="35"/>
                                        </p:tgtEl>
                                        <p:attrNameLst>
                                          <p:attrName>ppt_w</p:attrName>
                                        </p:attrNameLst>
                                      </p:cBhvr>
                                      <p:tavLst>
                                        <p:tav tm="0">
                                          <p:val>
                                            <p:strVal val="0"/>
                                          </p:val>
                                        </p:tav>
                                        <p:tav tm="100000">
                                          <p:val>
                                            <p:strVal val="#ppt_w"/>
                                          </p:val>
                                        </p:tav>
                                      </p:tavLst>
                                    </p:anim>
                                    <p:anim calcmode="lin" valueType="num">
                                      <p:cBhvr>
                                        <p:cTn id="146" dur="550" fill="hold"/>
                                        <p:tgtEl>
                                          <p:spTgt spid="35"/>
                                        </p:tgtEl>
                                        <p:attrNameLst>
                                          <p:attrName>ppt_h</p:attrName>
                                        </p:attrNameLst>
                                      </p:cBhvr>
                                      <p:tavLst>
                                        <p:tav tm="0">
                                          <p:val>
                                            <p:strVal val="0"/>
                                          </p:val>
                                        </p:tav>
                                        <p:tav tm="100000">
                                          <p:val>
                                            <p:strVal val="#ppt_h"/>
                                          </p:val>
                                        </p:tav>
                                      </p:tavLst>
                                    </p:anim>
                                    <p:animEffect transition="in" filter="fade">
                                      <p:cBhvr>
                                        <p:cTn id="147" dur="550"/>
                                        <p:tgtEl>
                                          <p:spTgt spid="35"/>
                                        </p:tgtEl>
                                      </p:cBhvr>
                                    </p:animEffect>
                                  </p:childTnLst>
                                </p:cTn>
                              </p:par>
                              <p:par>
                                <p:cTn id="149" presetID="42" presetClass="entr" presetSubtype="0" fill="hold" grpId="0" nodeType="withEffect">
                                  <p:stCondLst>
                                    <p:cond delay="95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50" dur="700"/>
                                        <p:tgtEl>
                                          <p:spTgt spid="36"/>
                                        </p:tgtEl>
                                      </p:cBhvr>
                                    </p:animEffect>
                                    <p:anim calcmode="lin" valueType="num">
                                      <p:cBhvr>
                                        <p:cTn id="151" dur="700" fill="hold"/>
                                        <p:tgtEl>
                                          <p:spTgt spid="36"/>
                                        </p:tgtEl>
                                        <p:attrNameLst>
                                          <p:attrName>ppt_x</p:attrName>
                                        </p:attrNameLst>
                                      </p:cBhvr>
                                      <p:tavLst>
                                        <p:tav tm="0">
                                          <p:val>
                                            <p:strVal val="#ppt_x"/>
                                          </p:val>
                                        </p:tav>
                                        <p:tav tm="100000">
                                          <p:val>
                                            <p:strVal val="#ppt_x"/>
                                          </p:val>
                                        </p:tav>
                                      </p:tavLst>
                                    </p:anim>
                                    <p:anim calcmode="lin" valueType="num">
                                      <p:cBhvr>
                                        <p:cTn id="152" dur="700" fill="hold"/>
                                        <p:tgtEl>
                                          <p:spTgt spid="36"/>
                                        </p:tgtEl>
                                        <p:attrNameLst>
                                          <p:attrName>ppt_y</p:attrName>
                                        </p:attrNameLst>
                                      </p:cBhvr>
                                      <p:tavLst>
                                        <p:tav tm="0">
                                          <p:val>
                                            <p:strVal val="#ppt_y+.06"/>
                                          </p:val>
                                        </p:tav>
                                        <p:tav tm="100000">
                                          <p:val>
                                            <p:strVal val="#ppt_y"/>
                                          </p:val>
                                        </p:tav>
                                      </p:tavLst>
                                    </p:anim>
                                  </p:childTnLst>
                                </p:cTn>
                              </p:par>
                              <p:par>
                                <p:cTn id="154" presetID="42" presetClass="entr" presetSubtype="0" fill="hold" grpId="0" nodeType="withEffect">
                                  <p:stCondLst>
                                    <p:cond delay="95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5" dur="700"/>
                                        <p:tgtEl>
                                          <p:spTgt spid="37"/>
                                        </p:tgtEl>
                                      </p:cBhvr>
                                    </p:animEffect>
                                    <p:anim calcmode="lin" valueType="num">
                                      <p:cBhvr>
                                        <p:cTn id="156" dur="700" fill="hold"/>
                                        <p:tgtEl>
                                          <p:spTgt spid="37"/>
                                        </p:tgtEl>
                                        <p:attrNameLst>
                                          <p:attrName>ppt_x</p:attrName>
                                        </p:attrNameLst>
                                      </p:cBhvr>
                                      <p:tavLst>
                                        <p:tav tm="0">
                                          <p:val>
                                            <p:strVal val="#ppt_x"/>
                                          </p:val>
                                        </p:tav>
                                        <p:tav tm="100000">
                                          <p:val>
                                            <p:strVal val="#ppt_x"/>
                                          </p:val>
                                        </p:tav>
                                      </p:tavLst>
                                    </p:anim>
                                    <p:anim calcmode="lin" valueType="num">
                                      <p:cBhvr>
                                        <p:cTn id="157" dur="700" fill="hold"/>
                                        <p:tgtEl>
                                          <p:spTgt spid="37"/>
                                        </p:tgtEl>
                                        <p:attrNameLst>
                                          <p:attrName>ppt_y</p:attrName>
                                        </p:attrNameLst>
                                      </p:cBhvr>
                                      <p:tavLst>
                                        <p:tav tm="0">
                                          <p:val>
                                            <p:strVal val="#ppt_y+.06"/>
                                          </p:val>
                                        </p:tav>
                                        <p:tav tm="100000">
                                          <p:val>
                                            <p:strVal val="#ppt_y"/>
                                          </p:val>
                                        </p:tav>
                                      </p:tavLst>
                                    </p:anim>
                                  </p:childTnLst>
                                </p:cTn>
                              </p:par>
                              <p:par>
                                <p:cTn id="159" presetID="42" presetClass="entr" presetSubtype="0" fill="hold" grpId="0" nodeType="withEffect">
                                  <p:stCondLst>
                                    <p:cond delay="1110"/>
                                  </p:stCondLst>
                                  <p:childTnLst>
                                    <p:set>
                                      <p:cBhvr>
                                        <p:cTn id="158" dur="1" fill="hold">
                                          <p:stCondLst>
                                            <p:cond delay="0"/>
                                          </p:stCondLst>
                                        </p:cTn>
                                        <p:tgtEl>
                                          <p:spTgt spid="38"/>
                                        </p:tgtEl>
                                        <p:attrNameLst>
                                          <p:attrName>style.visibility</p:attrName>
                                        </p:attrNameLst>
                                      </p:cBhvr>
                                      <p:to>
                                        <p:strVal val="visible"/>
                                      </p:to>
                                    </p:set>
                                    <p:animEffect transition="in" filter="fade">
                                      <p:cBhvr>
                                        <p:cTn id="160" dur="700"/>
                                        <p:tgtEl>
                                          <p:spTgt spid="38"/>
                                        </p:tgtEl>
                                      </p:cBhvr>
                                    </p:animEffect>
                                    <p:anim calcmode="lin" valueType="num">
                                      <p:cBhvr>
                                        <p:cTn id="161" dur="700" fill="hold"/>
                                        <p:tgtEl>
                                          <p:spTgt spid="38"/>
                                        </p:tgtEl>
                                        <p:attrNameLst>
                                          <p:attrName>ppt_x</p:attrName>
                                        </p:attrNameLst>
                                      </p:cBhvr>
                                      <p:tavLst>
                                        <p:tav tm="0">
                                          <p:val>
                                            <p:strVal val="#ppt_x"/>
                                          </p:val>
                                        </p:tav>
                                        <p:tav tm="100000">
                                          <p:val>
                                            <p:strVal val="#ppt_x"/>
                                          </p:val>
                                        </p:tav>
                                      </p:tavLst>
                                    </p:anim>
                                    <p:anim calcmode="lin" valueType="num">
                                      <p:cBhvr>
                                        <p:cTn id="162" dur="700" fill="hold"/>
                                        <p:tgtEl>
                                          <p:spTgt spid="38"/>
                                        </p:tgtEl>
                                        <p:attrNameLst>
                                          <p:attrName>ppt_y</p:attrName>
                                        </p:attrNameLst>
                                      </p:cBhvr>
                                      <p:tavLst>
                                        <p:tav tm="0">
                                          <p:val>
                                            <p:strVal val="#ppt_y+.06"/>
                                          </p:val>
                                        </p:tav>
                                        <p:tav tm="100000">
                                          <p:val>
                                            <p:strVal val="#ppt_y"/>
                                          </p:val>
                                        </p:tav>
                                      </p:tavLst>
                                    </p:anim>
                                  </p:childTnLst>
                                </p:cTn>
                              </p:par>
                              <p:par>
                                <p:cTn id="164" presetID="42" presetClass="entr" presetSubtype="0" fill="hold" grpId="0" nodeType="withEffect">
                                  <p:stCondLst>
                                    <p:cond delay="1110"/>
                                  </p:stCondLst>
                                  <p:childTnLst>
                                    <p:set>
                                      <p:cBhvr>
                                        <p:cTn id="163" dur="1" fill="hold">
                                          <p:stCondLst>
                                            <p:cond delay="0"/>
                                          </p:stCondLst>
                                        </p:cTn>
                                        <p:tgtEl>
                                          <p:spTgt spid="39"/>
                                        </p:tgtEl>
                                        <p:attrNameLst>
                                          <p:attrName>style.visibility</p:attrName>
                                        </p:attrNameLst>
                                      </p:cBhvr>
                                      <p:to>
                                        <p:strVal val="visible"/>
                                      </p:to>
                                    </p:set>
                                    <p:animEffect transition="in" filter="fade">
                                      <p:cBhvr>
                                        <p:cTn id="165" dur="700"/>
                                        <p:tgtEl>
                                          <p:spTgt spid="39"/>
                                        </p:tgtEl>
                                      </p:cBhvr>
                                    </p:animEffect>
                                    <p:anim calcmode="lin" valueType="num">
                                      <p:cBhvr>
                                        <p:cTn id="166" dur="700" fill="hold"/>
                                        <p:tgtEl>
                                          <p:spTgt spid="39"/>
                                        </p:tgtEl>
                                        <p:attrNameLst>
                                          <p:attrName>ppt_x</p:attrName>
                                        </p:attrNameLst>
                                      </p:cBhvr>
                                      <p:tavLst>
                                        <p:tav tm="0">
                                          <p:val>
                                            <p:strVal val="#ppt_x"/>
                                          </p:val>
                                        </p:tav>
                                        <p:tav tm="100000">
                                          <p:val>
                                            <p:strVal val="#ppt_x"/>
                                          </p:val>
                                        </p:tav>
                                      </p:tavLst>
                                    </p:anim>
                                    <p:anim calcmode="lin" valueType="num">
                                      <p:cBhvr>
                                        <p:cTn id="167" dur="700" fill="hold"/>
                                        <p:tgtEl>
                                          <p:spTgt spid="39"/>
                                        </p:tgtEl>
                                        <p:attrNameLst>
                                          <p:attrName>ppt_y</p:attrName>
                                        </p:attrNameLst>
                                      </p:cBhvr>
                                      <p:tavLst>
                                        <p:tav tm="0">
                                          <p:val>
                                            <p:strVal val="#ppt_y+.06"/>
                                          </p:val>
                                        </p:tav>
                                        <p:tav tm="100000">
                                          <p:val>
                                            <p:strVal val="#ppt_y"/>
                                          </p:val>
                                        </p:tav>
                                      </p:tavLst>
                                    </p:anim>
                                  </p:childTnLst>
                                </p:cTn>
                              </p:par>
                              <p:par>
                                <p:cTn id="169" presetID="53" presetClass="entr" presetSubtype="16" fill="hold" grpId="0" nodeType="withEffect">
                                  <p:stCondLst>
                                    <p:cond delay="1110"/>
                                  </p:stCondLst>
                                  <p:childTnLst>
                                    <p:set>
                                      <p:cBhvr>
                                        <p:cTn id="168" dur="1" fill="hold">
                                          <p:stCondLst>
                                            <p:cond delay="0"/>
                                          </p:stCondLst>
                                        </p:cTn>
                                        <p:tgtEl>
                                          <p:spTgt spid="40"/>
                                        </p:tgtEl>
                                        <p:attrNameLst>
                                          <p:attrName>style.visibility</p:attrName>
                                        </p:attrNameLst>
                                      </p:cBhvr>
                                      <p:to>
                                        <p:strVal val="visible"/>
                                      </p:to>
                                    </p:set>
                                    <p:anim calcmode="lin" valueType="num">
                                      <p:cBhvr>
                                        <p:cTn id="170" dur="550" fill="hold"/>
                                        <p:tgtEl>
                                          <p:spTgt spid="40"/>
                                        </p:tgtEl>
                                        <p:attrNameLst>
                                          <p:attrName>ppt_w</p:attrName>
                                        </p:attrNameLst>
                                      </p:cBhvr>
                                      <p:tavLst>
                                        <p:tav tm="0">
                                          <p:val>
                                            <p:strVal val="0"/>
                                          </p:val>
                                        </p:tav>
                                        <p:tav tm="100000">
                                          <p:val>
                                            <p:strVal val="#ppt_w"/>
                                          </p:val>
                                        </p:tav>
                                      </p:tavLst>
                                    </p:anim>
                                    <p:anim calcmode="lin" valueType="num">
                                      <p:cBhvr>
                                        <p:cTn id="171" dur="550" fill="hold"/>
                                        <p:tgtEl>
                                          <p:spTgt spid="40"/>
                                        </p:tgtEl>
                                        <p:attrNameLst>
                                          <p:attrName>ppt_h</p:attrName>
                                        </p:attrNameLst>
                                      </p:cBhvr>
                                      <p:tavLst>
                                        <p:tav tm="0">
                                          <p:val>
                                            <p:strVal val="0"/>
                                          </p:val>
                                        </p:tav>
                                        <p:tav tm="100000">
                                          <p:val>
                                            <p:strVal val="#ppt_h"/>
                                          </p:val>
                                        </p:tav>
                                      </p:tavLst>
                                    </p:anim>
                                    <p:animEffect transition="in" filter="fade">
                                      <p:cBhvr>
                                        <p:cTn id="172" dur="550"/>
                                        <p:tgtEl>
                                          <p:spTgt spid="40"/>
                                        </p:tgtEl>
                                      </p:cBhvr>
                                    </p:animEffect>
                                  </p:childTnLst>
                                </p:cTn>
                              </p:par>
                              <p:par>
                                <p:cTn id="174" presetID="53" presetClass="entr" presetSubtype="16" fill="hold" grpId="0" nodeType="withEffect">
                                  <p:stCondLst>
                                    <p:cond delay="1110"/>
                                  </p:stCondLst>
                                  <p:childTnLst>
                                    <p:set>
                                      <p:cBhvr>
                                        <p:cTn id="173" dur="1" fill="hold">
                                          <p:stCondLst>
                                            <p:cond delay="0"/>
                                          </p:stCondLst>
                                        </p:cTn>
                                        <p:tgtEl>
                                          <p:spTgt spid="41"/>
                                        </p:tgtEl>
                                        <p:attrNameLst>
                                          <p:attrName>style.visibility</p:attrName>
                                        </p:attrNameLst>
                                      </p:cBhvr>
                                      <p:to>
                                        <p:strVal val="visible"/>
                                      </p:to>
                                    </p:set>
                                    <p:anim calcmode="lin" valueType="num">
                                      <p:cBhvr>
                                        <p:cTn id="175" dur="550" fill="hold"/>
                                        <p:tgtEl>
                                          <p:spTgt spid="41"/>
                                        </p:tgtEl>
                                        <p:attrNameLst>
                                          <p:attrName>ppt_w</p:attrName>
                                        </p:attrNameLst>
                                      </p:cBhvr>
                                      <p:tavLst>
                                        <p:tav tm="0">
                                          <p:val>
                                            <p:strVal val="0"/>
                                          </p:val>
                                        </p:tav>
                                        <p:tav tm="100000">
                                          <p:val>
                                            <p:strVal val="#ppt_w"/>
                                          </p:val>
                                        </p:tav>
                                      </p:tavLst>
                                    </p:anim>
                                    <p:anim calcmode="lin" valueType="num">
                                      <p:cBhvr>
                                        <p:cTn id="176" dur="550" fill="hold"/>
                                        <p:tgtEl>
                                          <p:spTgt spid="41"/>
                                        </p:tgtEl>
                                        <p:attrNameLst>
                                          <p:attrName>ppt_h</p:attrName>
                                        </p:attrNameLst>
                                      </p:cBhvr>
                                      <p:tavLst>
                                        <p:tav tm="0">
                                          <p:val>
                                            <p:strVal val="0"/>
                                          </p:val>
                                        </p:tav>
                                        <p:tav tm="100000">
                                          <p:val>
                                            <p:strVal val="#ppt_h"/>
                                          </p:val>
                                        </p:tav>
                                      </p:tavLst>
                                    </p:anim>
                                    <p:animEffect transition="in" filter="fade">
                                      <p:cBhvr>
                                        <p:cTn id="177" dur="550"/>
                                        <p:tgtEl>
                                          <p:spTgt spid="41"/>
                                        </p:tgtEl>
                                      </p:cBhvr>
                                    </p:animEffect>
                                  </p:childTnLst>
                                </p:cTn>
                              </p:par>
                              <p:par>
                                <p:cTn id="179" presetID="42" presetClass="entr" presetSubtype="0" fill="hold" grpId="0" nodeType="withEffect">
                                  <p:stCondLst>
                                    <p:cond delay="1110"/>
                                  </p:stCondLst>
                                  <p:childTnLst>
                                    <p:set>
                                      <p:cBhvr>
                                        <p:cTn id="178" dur="1" fill="hold">
                                          <p:stCondLst>
                                            <p:cond delay="0"/>
                                          </p:stCondLst>
                                        </p:cTn>
                                        <p:tgtEl>
                                          <p:spTgt spid="42"/>
                                        </p:tgtEl>
                                        <p:attrNameLst>
                                          <p:attrName>style.visibility</p:attrName>
                                        </p:attrNameLst>
                                      </p:cBhvr>
                                      <p:to>
                                        <p:strVal val="visible"/>
                                      </p:to>
                                    </p:set>
                                    <p:animEffect transition="in" filter="fade">
                                      <p:cBhvr>
                                        <p:cTn id="180" dur="700"/>
                                        <p:tgtEl>
                                          <p:spTgt spid="42"/>
                                        </p:tgtEl>
                                      </p:cBhvr>
                                    </p:animEffect>
                                    <p:anim calcmode="lin" valueType="num">
                                      <p:cBhvr>
                                        <p:cTn id="181" dur="700" fill="hold"/>
                                        <p:tgtEl>
                                          <p:spTgt spid="42"/>
                                        </p:tgtEl>
                                        <p:attrNameLst>
                                          <p:attrName>ppt_x</p:attrName>
                                        </p:attrNameLst>
                                      </p:cBhvr>
                                      <p:tavLst>
                                        <p:tav tm="0">
                                          <p:val>
                                            <p:strVal val="#ppt_x"/>
                                          </p:val>
                                        </p:tav>
                                        <p:tav tm="100000">
                                          <p:val>
                                            <p:strVal val="#ppt_x"/>
                                          </p:val>
                                        </p:tav>
                                      </p:tavLst>
                                    </p:anim>
                                    <p:anim calcmode="lin" valueType="num">
                                      <p:cBhvr>
                                        <p:cTn id="182" dur="700" fill="hold"/>
                                        <p:tgtEl>
                                          <p:spTgt spid="42"/>
                                        </p:tgtEl>
                                        <p:attrNameLst>
                                          <p:attrName>ppt_y</p:attrName>
                                        </p:attrNameLst>
                                      </p:cBhvr>
                                      <p:tavLst>
                                        <p:tav tm="0">
                                          <p:val>
                                            <p:strVal val="#ppt_y+.06"/>
                                          </p:val>
                                        </p:tav>
                                        <p:tav tm="100000">
                                          <p:val>
                                            <p:strVal val="#ppt_y"/>
                                          </p:val>
                                        </p:tav>
                                      </p:tavLst>
                                    </p:anim>
                                  </p:childTnLst>
                                </p:cTn>
                              </p:par>
                              <p:par>
                                <p:cTn id="184" presetID="42" presetClass="entr" presetSubtype="0" fill="hold" grpId="0" nodeType="withEffect">
                                  <p:stCondLst>
                                    <p:cond delay="1110"/>
                                  </p:stCondLst>
                                  <p:childTnLst>
                                    <p:set>
                                      <p:cBhvr>
                                        <p:cTn id="183" dur="1" fill="hold">
                                          <p:stCondLst>
                                            <p:cond delay="0"/>
                                          </p:stCondLst>
                                        </p:cTn>
                                        <p:tgtEl>
                                          <p:spTgt spid="43"/>
                                        </p:tgtEl>
                                        <p:attrNameLst>
                                          <p:attrName>style.visibility</p:attrName>
                                        </p:attrNameLst>
                                      </p:cBhvr>
                                      <p:to>
                                        <p:strVal val="visible"/>
                                      </p:to>
                                    </p:set>
                                    <p:animEffect transition="in" filter="fade">
                                      <p:cBhvr>
                                        <p:cTn id="185" dur="700"/>
                                        <p:tgtEl>
                                          <p:spTgt spid="43"/>
                                        </p:tgtEl>
                                      </p:cBhvr>
                                    </p:animEffect>
                                    <p:anim calcmode="lin" valueType="num">
                                      <p:cBhvr>
                                        <p:cTn id="186" dur="700" fill="hold"/>
                                        <p:tgtEl>
                                          <p:spTgt spid="43"/>
                                        </p:tgtEl>
                                        <p:attrNameLst>
                                          <p:attrName>ppt_x</p:attrName>
                                        </p:attrNameLst>
                                      </p:cBhvr>
                                      <p:tavLst>
                                        <p:tav tm="0">
                                          <p:val>
                                            <p:strVal val="#ppt_x"/>
                                          </p:val>
                                        </p:tav>
                                        <p:tav tm="100000">
                                          <p:val>
                                            <p:strVal val="#ppt_x"/>
                                          </p:val>
                                        </p:tav>
                                      </p:tavLst>
                                    </p:anim>
                                    <p:anim calcmode="lin" valueType="num">
                                      <p:cBhvr>
                                        <p:cTn id="187" dur="700" fill="hold"/>
                                        <p:tgtEl>
                                          <p:spTgt spid="4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40978" y="-2627237"/>
            <a:ext cx="5844375" cy="5844375"/>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82195" y="323319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30545" y="4086499"/>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Work Flow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HOW IT FLOWS</a:t>
            </a:r>
            <a:endParaRPr lang="en-US" sz="1300" dirty="0"/>
          </a:p>
        </p:txBody>
      </p:sp>
      <p:sp>
        <p:nvSpPr>
          <p:cNvPr id="8" name="tv|fade|1|"/>
          <p:cNvSpPr txBox="1"/>
          <p:nvPr/>
        </p:nvSpPr>
        <p:spPr>
          <a:xfrm>
            <a:off x="548640" y="1600200"/>
            <a:ext cx="4572000" cy="256032"/>
          </a:xfrm>
          <a:prstGeom prst="rect">
            <a:avLst/>
          </a:prstGeom>
          <a:noFill/>
          <a:ln/>
        </p:spPr>
        <p:txBody>
          <a:bodyPr wrap="square" lIns="0" tIns="0" rIns="0" bIns="0" rtlCol="0" anchor="t"/>
          <a:lstStyle/>
          <a:p>
            <a:pPr indent="0" marL="0">
              <a:buNone/>
            </a:pPr>
            <a:r>
              <a:rPr lang="en-US" sz="1200" b="1" spc="300" kern="0" dirty="0">
                <a:gradFill flip="none" rotWithShape="1">
                  <a:gsLst>
                    <a:gs pos="0">
                      <a:srgbClr val="2EF2B0"/>
                    </a:gs>
                    <a:gs pos="50000">
                      <a:srgbClr val="19B8FF"/>
                    </a:gs>
                    <a:gs pos="100000">
                      <a:srgbClr val="7C5CFF"/>
                    </a:gs>
                  </a:gsLst>
                  <a:lin ang="0" scaled="0"/>
                </a:gradFill>
              </a:rPr>
              <a:t>SECURE UPLOAD</a:t>
            </a:r>
            <a:endParaRPr lang="en-US" sz="1200" dirty="0"/>
          </a:p>
        </p:txBody>
      </p:sp>
      <p:sp>
        <p:nvSpPr>
          <p:cNvPr id="9" name="tv|zoom|1|"/>
          <p:cNvSpPr/>
          <p:nvPr/>
        </p:nvSpPr>
        <p:spPr>
          <a:xfrm>
            <a:off x="548640" y="1965960"/>
            <a:ext cx="1874520" cy="1737360"/>
          </a:xfrm>
          <a:prstGeom prst="roundRect">
            <a:avLst>
              <a:gd name="adj" fmla="val 7368"/>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0" name="tv|zoom|1|"/>
          <p:cNvSpPr/>
          <p:nvPr/>
        </p:nvSpPr>
        <p:spPr>
          <a:xfrm>
            <a:off x="731520" y="2148840"/>
            <a:ext cx="457200" cy="45720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400" b="1" dirty="0">
                <a:gradFill flip="none" rotWithShape="1">
                  <a:gsLst>
                    <a:gs pos="0">
                      <a:srgbClr val="2EF2B0"/>
                    </a:gs>
                    <a:gs pos="50000">
                      <a:srgbClr val="19B8FF"/>
                    </a:gs>
                    <a:gs pos="100000">
                      <a:srgbClr val="7C5CFF"/>
                    </a:gs>
                  </a:gsLst>
                  <a:lin ang="0" scaled="0"/>
                </a:gradFill>
              </a:rPr>
              <a:t>1</a:t>
            </a:r>
            <a:endParaRPr lang="en-US" sz="1400" dirty="0"/>
          </a:p>
        </p:txBody>
      </p:sp>
      <p:sp>
        <p:nvSpPr>
          <p:cNvPr id="11" name="tv|zoom|1|"/>
          <p:cNvSpPr txBox="1"/>
          <p:nvPr/>
        </p:nvSpPr>
        <p:spPr>
          <a:xfrm>
            <a:off x="731520" y="2697480"/>
            <a:ext cx="1600200" cy="320040"/>
          </a:xfrm>
          <a:prstGeom prst="rect">
            <a:avLst/>
          </a:prstGeom>
          <a:noFill/>
          <a:ln/>
        </p:spPr>
        <p:txBody>
          <a:bodyPr wrap="square" lIns="0" tIns="0" rIns="0" bIns="0" rtlCol="0" anchor="t"/>
          <a:lstStyle/>
          <a:p>
            <a:pPr indent="0" marL="0">
              <a:buNone/>
            </a:pPr>
            <a:r>
              <a:rPr lang="en-US" sz="1500" b="1" dirty="0">
                <a:solidFill>
                  <a:srgbClr val="EEFBFF"/>
                </a:solidFill>
              </a:rPr>
              <a:t>Sign up</a:t>
            </a:r>
            <a:endParaRPr lang="en-US" sz="1500" dirty="0"/>
          </a:p>
        </p:txBody>
      </p:sp>
      <p:sp>
        <p:nvSpPr>
          <p:cNvPr id="12" name="tv|zoom|1|"/>
          <p:cNvSpPr txBox="1"/>
          <p:nvPr/>
        </p:nvSpPr>
        <p:spPr>
          <a:xfrm>
            <a:off x="731520" y="3017520"/>
            <a:ext cx="1572768" cy="640080"/>
          </a:xfrm>
          <a:prstGeom prst="rect">
            <a:avLst/>
          </a:prstGeom>
          <a:noFill/>
          <a:ln/>
        </p:spPr>
        <p:txBody>
          <a:bodyPr wrap="square" lIns="0" tIns="0" rIns="0" bIns="0" rtlCol="0" anchor="t"/>
          <a:lstStyle/>
          <a:p>
            <a:pPr indent="0" marL="0">
              <a:buNone/>
            </a:pPr>
            <a:r>
              <a:rPr lang="en-US" sz="1200" dirty="0">
                <a:solidFill>
                  <a:srgbClr val="9FC4CF"/>
                </a:solidFill>
              </a:rPr>
              <a:t>Valid MX roll number or staff code</a:t>
            </a:r>
            <a:endParaRPr lang="en-US" sz="1200" dirty="0"/>
          </a:p>
        </p:txBody>
      </p:sp>
      <p:sp>
        <p:nvSpPr>
          <p:cNvPr id="13" name="tv|wipe|1|"/>
          <p:cNvSpPr/>
          <p:nvPr/>
        </p:nvSpPr>
        <p:spPr>
          <a:xfrm>
            <a:off x="2468880" y="2770632"/>
            <a:ext cx="338328" cy="0"/>
          </a:xfrm>
          <a:prstGeom prst="line">
            <a:avLst/>
          </a:prstGeom>
          <a:noFill/>
          <a:ln w="25400">
            <a:solidFill>
              <a:srgbClr val="19B8FF"/>
            </a:solidFill>
            <a:prstDash val="solid"/>
            <a:tailEnd type="triangle"/>
          </a:ln>
        </p:spPr>
      </p:sp>
      <p:sp>
        <p:nvSpPr>
          <p:cNvPr id="14" name="tv|zoom|2|"/>
          <p:cNvSpPr/>
          <p:nvPr/>
        </p:nvSpPr>
        <p:spPr>
          <a:xfrm>
            <a:off x="2852928" y="1965960"/>
            <a:ext cx="1874520" cy="1737360"/>
          </a:xfrm>
          <a:prstGeom prst="roundRect">
            <a:avLst>
              <a:gd name="adj" fmla="val 7368"/>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5" name="tv|zoom|2|"/>
          <p:cNvSpPr/>
          <p:nvPr/>
        </p:nvSpPr>
        <p:spPr>
          <a:xfrm>
            <a:off x="3035808" y="2148840"/>
            <a:ext cx="457200" cy="45720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400" b="1" dirty="0">
                <a:gradFill flip="none" rotWithShape="1">
                  <a:gsLst>
                    <a:gs pos="0">
                      <a:srgbClr val="2EF2B0"/>
                    </a:gs>
                    <a:gs pos="50000">
                      <a:srgbClr val="19B8FF"/>
                    </a:gs>
                    <a:gs pos="100000">
                      <a:srgbClr val="7C5CFF"/>
                    </a:gs>
                  </a:gsLst>
                  <a:lin ang="0" scaled="0"/>
                </a:gradFill>
              </a:rPr>
              <a:t>2</a:t>
            </a:r>
            <a:endParaRPr lang="en-US" sz="1400" dirty="0"/>
          </a:p>
        </p:txBody>
      </p:sp>
      <p:sp>
        <p:nvSpPr>
          <p:cNvPr id="16" name="tv|zoom|2|"/>
          <p:cNvSpPr txBox="1"/>
          <p:nvPr/>
        </p:nvSpPr>
        <p:spPr>
          <a:xfrm>
            <a:off x="3035808" y="2697480"/>
            <a:ext cx="1600200" cy="320040"/>
          </a:xfrm>
          <a:prstGeom prst="rect">
            <a:avLst/>
          </a:prstGeom>
          <a:noFill/>
          <a:ln/>
        </p:spPr>
        <p:txBody>
          <a:bodyPr wrap="square" lIns="0" tIns="0" rIns="0" bIns="0" rtlCol="0" anchor="t"/>
          <a:lstStyle/>
          <a:p>
            <a:pPr indent="0" marL="0">
              <a:buNone/>
            </a:pPr>
            <a:r>
              <a:rPr lang="en-US" sz="1500" b="1" dirty="0">
                <a:solidFill>
                  <a:srgbClr val="EEFBFF"/>
                </a:solidFill>
              </a:rPr>
              <a:t>Sign in</a:t>
            </a:r>
            <a:endParaRPr lang="en-US" sz="1500" dirty="0"/>
          </a:p>
        </p:txBody>
      </p:sp>
      <p:sp>
        <p:nvSpPr>
          <p:cNvPr id="17" name="tv|zoom|2|"/>
          <p:cNvSpPr txBox="1"/>
          <p:nvPr/>
        </p:nvSpPr>
        <p:spPr>
          <a:xfrm>
            <a:off x="3035808" y="3017520"/>
            <a:ext cx="1572768" cy="640080"/>
          </a:xfrm>
          <a:prstGeom prst="rect">
            <a:avLst/>
          </a:prstGeom>
          <a:noFill/>
          <a:ln/>
        </p:spPr>
        <p:txBody>
          <a:bodyPr wrap="square" lIns="0" tIns="0" rIns="0" bIns="0" rtlCol="0" anchor="t"/>
          <a:lstStyle/>
          <a:p>
            <a:pPr indent="0" marL="0">
              <a:buNone/>
            </a:pPr>
            <a:r>
              <a:rPr lang="en-US" sz="1200" dirty="0">
                <a:solidFill>
                  <a:srgbClr val="9FC4CF"/>
                </a:solidFill>
              </a:rPr>
              <a:t>Password, email code, Authenticator</a:t>
            </a:r>
            <a:endParaRPr lang="en-US" sz="1200" dirty="0"/>
          </a:p>
        </p:txBody>
      </p:sp>
      <p:sp>
        <p:nvSpPr>
          <p:cNvPr id="18" name="tv|wipe|2|"/>
          <p:cNvSpPr/>
          <p:nvPr/>
        </p:nvSpPr>
        <p:spPr>
          <a:xfrm>
            <a:off x="4773168" y="2770632"/>
            <a:ext cx="338328" cy="0"/>
          </a:xfrm>
          <a:prstGeom prst="line">
            <a:avLst/>
          </a:prstGeom>
          <a:noFill/>
          <a:ln w="25400">
            <a:solidFill>
              <a:srgbClr val="19B8FF"/>
            </a:solidFill>
            <a:prstDash val="solid"/>
            <a:tailEnd type="triangle"/>
          </a:ln>
        </p:spPr>
      </p:sp>
      <p:sp>
        <p:nvSpPr>
          <p:cNvPr id="19" name="tv|zoom|3|"/>
          <p:cNvSpPr/>
          <p:nvPr/>
        </p:nvSpPr>
        <p:spPr>
          <a:xfrm>
            <a:off x="5157216" y="1965960"/>
            <a:ext cx="1874520" cy="1737360"/>
          </a:xfrm>
          <a:prstGeom prst="roundRect">
            <a:avLst>
              <a:gd name="adj" fmla="val 7368"/>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0" name="tv|zoom|3|"/>
          <p:cNvSpPr/>
          <p:nvPr/>
        </p:nvSpPr>
        <p:spPr>
          <a:xfrm>
            <a:off x="5340096" y="2148840"/>
            <a:ext cx="457200" cy="45720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400" b="1" dirty="0">
                <a:gradFill flip="none" rotWithShape="1">
                  <a:gsLst>
                    <a:gs pos="0">
                      <a:srgbClr val="2EF2B0"/>
                    </a:gs>
                    <a:gs pos="50000">
                      <a:srgbClr val="19B8FF"/>
                    </a:gs>
                    <a:gs pos="100000">
                      <a:srgbClr val="7C5CFF"/>
                    </a:gs>
                  </a:gsLst>
                  <a:lin ang="0" scaled="0"/>
                </a:gradFill>
              </a:rPr>
              <a:t>3</a:t>
            </a:r>
            <a:endParaRPr lang="en-US" sz="1400" dirty="0"/>
          </a:p>
        </p:txBody>
      </p:sp>
      <p:sp>
        <p:nvSpPr>
          <p:cNvPr id="21" name="tv|zoom|3|"/>
          <p:cNvSpPr txBox="1"/>
          <p:nvPr/>
        </p:nvSpPr>
        <p:spPr>
          <a:xfrm>
            <a:off x="5340096" y="2697480"/>
            <a:ext cx="1600200" cy="320040"/>
          </a:xfrm>
          <a:prstGeom prst="rect">
            <a:avLst/>
          </a:prstGeom>
          <a:noFill/>
          <a:ln/>
        </p:spPr>
        <p:txBody>
          <a:bodyPr wrap="square" lIns="0" tIns="0" rIns="0" bIns="0" rtlCol="0" anchor="t"/>
          <a:lstStyle/>
          <a:p>
            <a:pPr indent="0" marL="0">
              <a:buNone/>
            </a:pPr>
            <a:r>
              <a:rPr lang="en-US" sz="1500" b="1" dirty="0">
                <a:solidFill>
                  <a:srgbClr val="EEFBFF"/>
                </a:solidFill>
              </a:rPr>
              <a:t>Unlock vault</a:t>
            </a:r>
            <a:endParaRPr lang="en-US" sz="1500" dirty="0"/>
          </a:p>
        </p:txBody>
      </p:sp>
      <p:sp>
        <p:nvSpPr>
          <p:cNvPr id="22" name="tv|zoom|3|"/>
          <p:cNvSpPr txBox="1"/>
          <p:nvPr/>
        </p:nvSpPr>
        <p:spPr>
          <a:xfrm>
            <a:off x="5340096" y="3017520"/>
            <a:ext cx="1572768" cy="640080"/>
          </a:xfrm>
          <a:prstGeom prst="rect">
            <a:avLst/>
          </a:prstGeom>
          <a:noFill/>
          <a:ln/>
        </p:spPr>
        <p:txBody>
          <a:bodyPr wrap="square" lIns="0" tIns="0" rIns="0" bIns="0" rtlCol="0" anchor="t"/>
          <a:lstStyle/>
          <a:p>
            <a:pPr indent="0" marL="0">
              <a:buNone/>
            </a:pPr>
            <a:r>
              <a:rPr lang="en-US" sz="1200" dirty="0">
                <a:solidFill>
                  <a:srgbClr val="9FC4CF"/>
                </a:solidFill>
              </a:rPr>
              <a:t>With the 6-digit vault PIN</a:t>
            </a:r>
            <a:endParaRPr lang="en-US" sz="1200" dirty="0"/>
          </a:p>
        </p:txBody>
      </p:sp>
      <p:sp>
        <p:nvSpPr>
          <p:cNvPr id="23" name="tv|wipe|3|"/>
          <p:cNvSpPr/>
          <p:nvPr/>
        </p:nvSpPr>
        <p:spPr>
          <a:xfrm>
            <a:off x="7077456" y="2770632"/>
            <a:ext cx="338328" cy="0"/>
          </a:xfrm>
          <a:prstGeom prst="line">
            <a:avLst/>
          </a:prstGeom>
          <a:noFill/>
          <a:ln w="25400">
            <a:solidFill>
              <a:srgbClr val="19B8FF"/>
            </a:solidFill>
            <a:prstDash val="solid"/>
            <a:tailEnd type="triangle"/>
          </a:ln>
        </p:spPr>
      </p:sp>
      <p:sp>
        <p:nvSpPr>
          <p:cNvPr id="24" name="tv|zoom|4|"/>
          <p:cNvSpPr/>
          <p:nvPr/>
        </p:nvSpPr>
        <p:spPr>
          <a:xfrm>
            <a:off x="7461504" y="1965960"/>
            <a:ext cx="1874520" cy="1737360"/>
          </a:xfrm>
          <a:prstGeom prst="roundRect">
            <a:avLst>
              <a:gd name="adj" fmla="val 7368"/>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5" name="tv|zoom|4|"/>
          <p:cNvSpPr/>
          <p:nvPr/>
        </p:nvSpPr>
        <p:spPr>
          <a:xfrm>
            <a:off x="7644384" y="2148840"/>
            <a:ext cx="457200" cy="45720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400" b="1" dirty="0">
                <a:gradFill flip="none" rotWithShape="1">
                  <a:gsLst>
                    <a:gs pos="0">
                      <a:srgbClr val="2EF2B0"/>
                    </a:gs>
                    <a:gs pos="50000">
                      <a:srgbClr val="19B8FF"/>
                    </a:gs>
                    <a:gs pos="100000">
                      <a:srgbClr val="7C5CFF"/>
                    </a:gs>
                  </a:gsLst>
                  <a:lin ang="0" scaled="0"/>
                </a:gradFill>
              </a:rPr>
              <a:t>4</a:t>
            </a:r>
            <a:endParaRPr lang="en-US" sz="1400" dirty="0"/>
          </a:p>
        </p:txBody>
      </p:sp>
      <p:sp>
        <p:nvSpPr>
          <p:cNvPr id="26" name="tv|zoom|4|"/>
          <p:cNvSpPr txBox="1"/>
          <p:nvPr/>
        </p:nvSpPr>
        <p:spPr>
          <a:xfrm>
            <a:off x="7644384" y="2697480"/>
            <a:ext cx="1600200" cy="320040"/>
          </a:xfrm>
          <a:prstGeom prst="rect">
            <a:avLst/>
          </a:prstGeom>
          <a:noFill/>
          <a:ln/>
        </p:spPr>
        <p:txBody>
          <a:bodyPr wrap="square" lIns="0" tIns="0" rIns="0" bIns="0" rtlCol="0" anchor="t"/>
          <a:lstStyle/>
          <a:p>
            <a:pPr indent="0" marL="0">
              <a:buNone/>
            </a:pPr>
            <a:r>
              <a:rPr lang="en-US" sz="1500" b="1" dirty="0">
                <a:solidFill>
                  <a:srgbClr val="EEFBFF"/>
                </a:solidFill>
              </a:rPr>
              <a:t>Upload</a:t>
            </a:r>
            <a:endParaRPr lang="en-US" sz="1500" dirty="0"/>
          </a:p>
        </p:txBody>
      </p:sp>
      <p:sp>
        <p:nvSpPr>
          <p:cNvPr id="27" name="tv|zoom|4|"/>
          <p:cNvSpPr txBox="1"/>
          <p:nvPr/>
        </p:nvSpPr>
        <p:spPr>
          <a:xfrm>
            <a:off x="7644384" y="3017520"/>
            <a:ext cx="1572768" cy="640080"/>
          </a:xfrm>
          <a:prstGeom prst="rect">
            <a:avLst/>
          </a:prstGeom>
          <a:noFill/>
          <a:ln/>
        </p:spPr>
        <p:txBody>
          <a:bodyPr wrap="square" lIns="0" tIns="0" rIns="0" bIns="0" rtlCol="0" anchor="t"/>
          <a:lstStyle/>
          <a:p>
            <a:pPr indent="0" marL="0">
              <a:buNone/>
            </a:pPr>
            <a:r>
              <a:rPr lang="en-US" sz="1200" dirty="0">
                <a:solidFill>
                  <a:srgbClr val="9FC4CF"/>
                </a:solidFill>
              </a:rPr>
              <a:t>AES-256-GCM encrypted, SHA-256 hashed</a:t>
            </a:r>
            <a:endParaRPr lang="en-US" sz="1200" dirty="0"/>
          </a:p>
        </p:txBody>
      </p:sp>
      <p:sp>
        <p:nvSpPr>
          <p:cNvPr id="28" name="tv|wipe|4|"/>
          <p:cNvSpPr/>
          <p:nvPr/>
        </p:nvSpPr>
        <p:spPr>
          <a:xfrm>
            <a:off x="9381744" y="2770632"/>
            <a:ext cx="338328" cy="0"/>
          </a:xfrm>
          <a:prstGeom prst="line">
            <a:avLst/>
          </a:prstGeom>
          <a:noFill/>
          <a:ln w="25400">
            <a:solidFill>
              <a:srgbClr val="19B8FF"/>
            </a:solidFill>
            <a:prstDash val="solid"/>
            <a:tailEnd type="triangle"/>
          </a:ln>
        </p:spPr>
      </p:sp>
      <p:sp>
        <p:nvSpPr>
          <p:cNvPr id="29" name="tv|zoom|5|"/>
          <p:cNvSpPr/>
          <p:nvPr/>
        </p:nvSpPr>
        <p:spPr>
          <a:xfrm>
            <a:off x="9765792" y="1965960"/>
            <a:ext cx="1874520" cy="1737360"/>
          </a:xfrm>
          <a:prstGeom prst="roundRect">
            <a:avLst>
              <a:gd name="adj" fmla="val 7368"/>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0" name="tv|zoom|5|"/>
          <p:cNvSpPr/>
          <p:nvPr/>
        </p:nvSpPr>
        <p:spPr>
          <a:xfrm>
            <a:off x="9948672" y="2148840"/>
            <a:ext cx="457200" cy="45720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400" b="1" dirty="0">
                <a:gradFill flip="none" rotWithShape="1">
                  <a:gsLst>
                    <a:gs pos="0">
                      <a:srgbClr val="2EF2B0"/>
                    </a:gs>
                    <a:gs pos="50000">
                      <a:srgbClr val="19B8FF"/>
                    </a:gs>
                    <a:gs pos="100000">
                      <a:srgbClr val="7C5CFF"/>
                    </a:gs>
                  </a:gsLst>
                  <a:lin ang="0" scaled="0"/>
                </a:gradFill>
              </a:rPr>
              <a:t>5</a:t>
            </a:r>
            <a:endParaRPr lang="en-US" sz="1400" dirty="0"/>
          </a:p>
        </p:txBody>
      </p:sp>
      <p:sp>
        <p:nvSpPr>
          <p:cNvPr id="31" name="tv|zoom|5|"/>
          <p:cNvSpPr txBox="1"/>
          <p:nvPr/>
        </p:nvSpPr>
        <p:spPr>
          <a:xfrm>
            <a:off x="9948672" y="2697480"/>
            <a:ext cx="1600200" cy="320040"/>
          </a:xfrm>
          <a:prstGeom prst="rect">
            <a:avLst/>
          </a:prstGeom>
          <a:noFill/>
          <a:ln/>
        </p:spPr>
        <p:txBody>
          <a:bodyPr wrap="square" lIns="0" tIns="0" rIns="0" bIns="0" rtlCol="0" anchor="t"/>
          <a:lstStyle/>
          <a:p>
            <a:pPr indent="0" marL="0">
              <a:buNone/>
            </a:pPr>
            <a:r>
              <a:rPr lang="en-US" sz="1500" b="1" dirty="0">
                <a:solidFill>
                  <a:srgbClr val="EEFBFF"/>
                </a:solidFill>
              </a:rPr>
              <a:t>Auto checks</a:t>
            </a:r>
            <a:endParaRPr lang="en-US" sz="1500" dirty="0"/>
          </a:p>
        </p:txBody>
      </p:sp>
      <p:sp>
        <p:nvSpPr>
          <p:cNvPr id="32" name="tv|zoom|5|"/>
          <p:cNvSpPr txBox="1"/>
          <p:nvPr/>
        </p:nvSpPr>
        <p:spPr>
          <a:xfrm>
            <a:off x="9948672" y="3017520"/>
            <a:ext cx="1572768" cy="640080"/>
          </a:xfrm>
          <a:prstGeom prst="rect">
            <a:avLst/>
          </a:prstGeom>
          <a:noFill/>
          <a:ln/>
        </p:spPr>
        <p:txBody>
          <a:bodyPr wrap="square" lIns="0" tIns="0" rIns="0" bIns="0" rtlCol="0" anchor="t"/>
          <a:lstStyle/>
          <a:p>
            <a:pPr indent="0" marL="0">
              <a:buNone/>
            </a:pPr>
            <a:r>
              <a:rPr lang="en-US" sz="1200" dirty="0">
                <a:solidFill>
                  <a:srgbClr val="9FC4CF"/>
                </a:solidFill>
              </a:rPr>
              <a:t>Verified only if all pass; sealed in ledger</a:t>
            </a:r>
            <a:endParaRPr lang="en-US" sz="1200" dirty="0"/>
          </a:p>
        </p:txBody>
      </p:sp>
      <p:sp>
        <p:nvSpPr>
          <p:cNvPr id="33" name="tv|fade|6|"/>
          <p:cNvSpPr txBox="1"/>
          <p:nvPr/>
        </p:nvSpPr>
        <p:spPr>
          <a:xfrm>
            <a:off x="548640" y="3886200"/>
            <a:ext cx="4572000" cy="256032"/>
          </a:xfrm>
          <a:prstGeom prst="rect">
            <a:avLst/>
          </a:prstGeom>
          <a:noFill/>
          <a:ln/>
        </p:spPr>
        <p:txBody>
          <a:bodyPr wrap="square" lIns="0" tIns="0" rIns="0" bIns="0" rtlCol="0" anchor="t"/>
          <a:lstStyle/>
          <a:p>
            <a:pPr indent="0" marL="0">
              <a:buNone/>
            </a:pPr>
            <a:r>
              <a:rPr lang="en-US" sz="1200" b="1" spc="300" kern="0" dirty="0">
                <a:gradFill flip="none" rotWithShape="1">
                  <a:gsLst>
                    <a:gs pos="0">
                      <a:srgbClr val="2EF2B0"/>
                    </a:gs>
                    <a:gs pos="50000">
                      <a:srgbClr val="19B8FF"/>
                    </a:gs>
                    <a:gs pos="100000">
                      <a:srgbClr val="7C5CFF"/>
                    </a:gs>
                  </a:gsLst>
                  <a:lin ang="0" scaled="0"/>
                </a:gradFill>
              </a:rPr>
              <a:t>CONSENT-BASED ACCESS</a:t>
            </a:r>
            <a:endParaRPr lang="en-US" sz="1200" dirty="0"/>
          </a:p>
        </p:txBody>
      </p:sp>
      <p:sp>
        <p:nvSpPr>
          <p:cNvPr id="34" name="tv|zoom|6|"/>
          <p:cNvSpPr/>
          <p:nvPr/>
        </p:nvSpPr>
        <p:spPr>
          <a:xfrm>
            <a:off x="548640" y="4251960"/>
            <a:ext cx="1874520" cy="1737360"/>
          </a:xfrm>
          <a:prstGeom prst="roundRect">
            <a:avLst>
              <a:gd name="adj" fmla="val 7368"/>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5" name="tv|zoom|6|"/>
          <p:cNvSpPr/>
          <p:nvPr/>
        </p:nvSpPr>
        <p:spPr>
          <a:xfrm>
            <a:off x="731520" y="4434840"/>
            <a:ext cx="457200" cy="45720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400" b="1" dirty="0">
                <a:gradFill flip="none" rotWithShape="1">
                  <a:gsLst>
                    <a:gs pos="0">
                      <a:srgbClr val="2EF2B0"/>
                    </a:gs>
                    <a:gs pos="50000">
                      <a:srgbClr val="19B8FF"/>
                    </a:gs>
                    <a:gs pos="100000">
                      <a:srgbClr val="7C5CFF"/>
                    </a:gs>
                  </a:gsLst>
                  <a:lin ang="0" scaled="0"/>
                </a:gradFill>
              </a:rPr>
              <a:t>6</a:t>
            </a:r>
            <a:endParaRPr lang="en-US" sz="1400" dirty="0"/>
          </a:p>
        </p:txBody>
      </p:sp>
      <p:sp>
        <p:nvSpPr>
          <p:cNvPr id="36" name="tv|zoom|6|"/>
          <p:cNvSpPr txBox="1"/>
          <p:nvPr/>
        </p:nvSpPr>
        <p:spPr>
          <a:xfrm>
            <a:off x="731520" y="4983480"/>
            <a:ext cx="1600200" cy="320040"/>
          </a:xfrm>
          <a:prstGeom prst="rect">
            <a:avLst/>
          </a:prstGeom>
          <a:noFill/>
          <a:ln/>
        </p:spPr>
        <p:txBody>
          <a:bodyPr wrap="square" lIns="0" tIns="0" rIns="0" bIns="0" rtlCol="0" anchor="t"/>
          <a:lstStyle/>
          <a:p>
            <a:pPr indent="0" marL="0">
              <a:buNone/>
            </a:pPr>
            <a:r>
              <a:rPr lang="en-US" sz="1500" b="1" dirty="0">
                <a:solidFill>
                  <a:srgbClr val="EEFBFF"/>
                </a:solidFill>
              </a:rPr>
              <a:t>Faculty request</a:t>
            </a:r>
            <a:endParaRPr lang="en-US" sz="1500" dirty="0"/>
          </a:p>
        </p:txBody>
      </p:sp>
      <p:sp>
        <p:nvSpPr>
          <p:cNvPr id="37" name="tv|zoom|6|"/>
          <p:cNvSpPr txBox="1"/>
          <p:nvPr/>
        </p:nvSpPr>
        <p:spPr>
          <a:xfrm>
            <a:off x="731520" y="5303520"/>
            <a:ext cx="1572768" cy="640080"/>
          </a:xfrm>
          <a:prstGeom prst="rect">
            <a:avLst/>
          </a:prstGeom>
          <a:noFill/>
          <a:ln/>
        </p:spPr>
        <p:txBody>
          <a:bodyPr wrap="square" lIns="0" tIns="0" rIns="0" bIns="0" rtlCol="0" anchor="t"/>
          <a:lstStyle/>
          <a:p>
            <a:pPr indent="0" marL="0">
              <a:buNone/>
            </a:pPr>
            <a:r>
              <a:rPr lang="en-US" sz="1200" dirty="0">
                <a:solidFill>
                  <a:srgbClr val="9FC4CF"/>
                </a:solidFill>
              </a:rPr>
              <a:t>One student or a whole batch</a:t>
            </a:r>
            <a:endParaRPr lang="en-US" sz="1200" dirty="0"/>
          </a:p>
        </p:txBody>
      </p:sp>
      <p:sp>
        <p:nvSpPr>
          <p:cNvPr id="38" name="tv|wipe|6|"/>
          <p:cNvSpPr/>
          <p:nvPr/>
        </p:nvSpPr>
        <p:spPr>
          <a:xfrm>
            <a:off x="2468880" y="5056632"/>
            <a:ext cx="338328" cy="0"/>
          </a:xfrm>
          <a:prstGeom prst="line">
            <a:avLst/>
          </a:prstGeom>
          <a:noFill/>
          <a:ln w="25400">
            <a:solidFill>
              <a:srgbClr val="19B8FF"/>
            </a:solidFill>
            <a:prstDash val="solid"/>
            <a:tailEnd type="triangle"/>
          </a:ln>
        </p:spPr>
      </p:sp>
      <p:sp>
        <p:nvSpPr>
          <p:cNvPr id="39" name="tv|zoom|7|"/>
          <p:cNvSpPr/>
          <p:nvPr/>
        </p:nvSpPr>
        <p:spPr>
          <a:xfrm>
            <a:off x="2852928" y="4251960"/>
            <a:ext cx="1874520" cy="1737360"/>
          </a:xfrm>
          <a:prstGeom prst="roundRect">
            <a:avLst>
              <a:gd name="adj" fmla="val 7368"/>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40" name="tv|zoom|7|"/>
          <p:cNvSpPr/>
          <p:nvPr/>
        </p:nvSpPr>
        <p:spPr>
          <a:xfrm>
            <a:off x="3035808" y="4434840"/>
            <a:ext cx="457200" cy="45720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400" b="1" dirty="0">
                <a:gradFill flip="none" rotWithShape="1">
                  <a:gsLst>
                    <a:gs pos="0">
                      <a:srgbClr val="2EF2B0"/>
                    </a:gs>
                    <a:gs pos="50000">
                      <a:srgbClr val="19B8FF"/>
                    </a:gs>
                    <a:gs pos="100000">
                      <a:srgbClr val="7C5CFF"/>
                    </a:gs>
                  </a:gsLst>
                  <a:lin ang="0" scaled="0"/>
                </a:gradFill>
              </a:rPr>
              <a:t>7</a:t>
            </a:r>
            <a:endParaRPr lang="en-US" sz="1400" dirty="0"/>
          </a:p>
        </p:txBody>
      </p:sp>
      <p:sp>
        <p:nvSpPr>
          <p:cNvPr id="41" name="tv|zoom|7|"/>
          <p:cNvSpPr txBox="1"/>
          <p:nvPr/>
        </p:nvSpPr>
        <p:spPr>
          <a:xfrm>
            <a:off x="3035808" y="4983480"/>
            <a:ext cx="1600200" cy="320040"/>
          </a:xfrm>
          <a:prstGeom prst="rect">
            <a:avLst/>
          </a:prstGeom>
          <a:noFill/>
          <a:ln/>
        </p:spPr>
        <p:txBody>
          <a:bodyPr wrap="square" lIns="0" tIns="0" rIns="0" bIns="0" rtlCol="0" anchor="t"/>
          <a:lstStyle/>
          <a:p>
            <a:pPr indent="0" marL="0">
              <a:buNone/>
            </a:pPr>
            <a:r>
              <a:rPr lang="en-US" sz="1500" b="1" dirty="0">
                <a:solidFill>
                  <a:srgbClr val="EEFBFF"/>
                </a:solidFill>
              </a:rPr>
              <a:t>Student notified</a:t>
            </a:r>
            <a:endParaRPr lang="en-US" sz="1500" dirty="0"/>
          </a:p>
        </p:txBody>
      </p:sp>
      <p:sp>
        <p:nvSpPr>
          <p:cNvPr id="42" name="tv|zoom|7|"/>
          <p:cNvSpPr txBox="1"/>
          <p:nvPr/>
        </p:nvSpPr>
        <p:spPr>
          <a:xfrm>
            <a:off x="3035808" y="5303520"/>
            <a:ext cx="1572768" cy="640080"/>
          </a:xfrm>
          <a:prstGeom prst="rect">
            <a:avLst/>
          </a:prstGeom>
          <a:noFill/>
          <a:ln/>
        </p:spPr>
        <p:txBody>
          <a:bodyPr wrap="square" lIns="0" tIns="0" rIns="0" bIns="0" rtlCol="0" anchor="t"/>
          <a:lstStyle/>
          <a:p>
            <a:pPr indent="0" marL="0">
              <a:buNone/>
            </a:pPr>
            <a:r>
              <a:rPr lang="en-US" sz="1200" dirty="0">
                <a:solidFill>
                  <a:srgbClr val="9FC4CF"/>
                </a:solidFill>
              </a:rPr>
              <a:t>By email and in the app</a:t>
            </a:r>
            <a:endParaRPr lang="en-US" sz="1200" dirty="0"/>
          </a:p>
        </p:txBody>
      </p:sp>
      <p:sp>
        <p:nvSpPr>
          <p:cNvPr id="43" name="tv|wipe|7|"/>
          <p:cNvSpPr/>
          <p:nvPr/>
        </p:nvSpPr>
        <p:spPr>
          <a:xfrm>
            <a:off x="4773168" y="5056632"/>
            <a:ext cx="338328" cy="0"/>
          </a:xfrm>
          <a:prstGeom prst="line">
            <a:avLst/>
          </a:prstGeom>
          <a:noFill/>
          <a:ln w="25400">
            <a:solidFill>
              <a:srgbClr val="19B8FF"/>
            </a:solidFill>
            <a:prstDash val="solid"/>
            <a:tailEnd type="triangle"/>
          </a:ln>
        </p:spPr>
      </p:sp>
      <p:sp>
        <p:nvSpPr>
          <p:cNvPr id="44" name="tv|zoom|8|"/>
          <p:cNvSpPr/>
          <p:nvPr/>
        </p:nvSpPr>
        <p:spPr>
          <a:xfrm>
            <a:off x="5157216" y="4251960"/>
            <a:ext cx="1874520" cy="1737360"/>
          </a:xfrm>
          <a:prstGeom prst="roundRect">
            <a:avLst>
              <a:gd name="adj" fmla="val 7368"/>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45" name="tv|zoom|8|"/>
          <p:cNvSpPr/>
          <p:nvPr/>
        </p:nvSpPr>
        <p:spPr>
          <a:xfrm>
            <a:off x="5340096" y="4434840"/>
            <a:ext cx="457200" cy="45720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400" b="1" dirty="0">
                <a:gradFill flip="none" rotWithShape="1">
                  <a:gsLst>
                    <a:gs pos="0">
                      <a:srgbClr val="2EF2B0"/>
                    </a:gs>
                    <a:gs pos="50000">
                      <a:srgbClr val="19B8FF"/>
                    </a:gs>
                    <a:gs pos="100000">
                      <a:srgbClr val="7C5CFF"/>
                    </a:gs>
                  </a:gsLst>
                  <a:lin ang="0" scaled="0"/>
                </a:gradFill>
              </a:rPr>
              <a:t>8</a:t>
            </a:r>
            <a:endParaRPr lang="en-US" sz="1400" dirty="0"/>
          </a:p>
        </p:txBody>
      </p:sp>
      <p:sp>
        <p:nvSpPr>
          <p:cNvPr id="46" name="tv|zoom|8|"/>
          <p:cNvSpPr txBox="1"/>
          <p:nvPr/>
        </p:nvSpPr>
        <p:spPr>
          <a:xfrm>
            <a:off x="5340096" y="4983480"/>
            <a:ext cx="1600200" cy="320040"/>
          </a:xfrm>
          <a:prstGeom prst="rect">
            <a:avLst/>
          </a:prstGeom>
          <a:noFill/>
          <a:ln/>
        </p:spPr>
        <p:txBody>
          <a:bodyPr wrap="square" lIns="0" tIns="0" rIns="0" bIns="0" rtlCol="0" anchor="t"/>
          <a:lstStyle/>
          <a:p>
            <a:pPr indent="0" marL="0">
              <a:buNone/>
            </a:pPr>
            <a:r>
              <a:rPr lang="en-US" sz="1500" b="1" dirty="0">
                <a:solidFill>
                  <a:srgbClr val="EEFBFF"/>
                </a:solidFill>
              </a:rPr>
              <a:t>Consent</a:t>
            </a:r>
            <a:endParaRPr lang="en-US" sz="1500" dirty="0"/>
          </a:p>
        </p:txBody>
      </p:sp>
      <p:sp>
        <p:nvSpPr>
          <p:cNvPr id="47" name="tv|zoom|8|"/>
          <p:cNvSpPr txBox="1"/>
          <p:nvPr/>
        </p:nvSpPr>
        <p:spPr>
          <a:xfrm>
            <a:off x="5340096" y="5303520"/>
            <a:ext cx="1572768" cy="640080"/>
          </a:xfrm>
          <a:prstGeom prst="rect">
            <a:avLst/>
          </a:prstGeom>
          <a:noFill/>
          <a:ln/>
        </p:spPr>
        <p:txBody>
          <a:bodyPr wrap="square" lIns="0" tIns="0" rIns="0" bIns="0" rtlCol="0" anchor="t"/>
          <a:lstStyle/>
          <a:p>
            <a:pPr indent="0" marL="0">
              <a:buNone/>
            </a:pPr>
            <a:r>
              <a:rPr lang="en-US" sz="1200" dirty="0">
                <a:solidFill>
                  <a:srgbClr val="9FC4CF"/>
                </a:solidFill>
              </a:rPr>
              <a:t>Share all, some or none</a:t>
            </a:r>
            <a:endParaRPr lang="en-US" sz="1200" dirty="0"/>
          </a:p>
        </p:txBody>
      </p:sp>
      <p:sp>
        <p:nvSpPr>
          <p:cNvPr id="48" name="tv|wipe|8|"/>
          <p:cNvSpPr/>
          <p:nvPr/>
        </p:nvSpPr>
        <p:spPr>
          <a:xfrm>
            <a:off x="7077456" y="5056632"/>
            <a:ext cx="338328" cy="0"/>
          </a:xfrm>
          <a:prstGeom prst="line">
            <a:avLst/>
          </a:prstGeom>
          <a:noFill/>
          <a:ln w="25400">
            <a:solidFill>
              <a:srgbClr val="19B8FF"/>
            </a:solidFill>
            <a:prstDash val="solid"/>
            <a:tailEnd type="triangle"/>
          </a:ln>
        </p:spPr>
      </p:sp>
      <p:sp>
        <p:nvSpPr>
          <p:cNvPr id="49" name="tv|zoom|9|"/>
          <p:cNvSpPr/>
          <p:nvPr/>
        </p:nvSpPr>
        <p:spPr>
          <a:xfrm>
            <a:off x="7461504" y="4251960"/>
            <a:ext cx="1874520" cy="1737360"/>
          </a:xfrm>
          <a:prstGeom prst="roundRect">
            <a:avLst>
              <a:gd name="adj" fmla="val 7368"/>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50" name="tv|zoom|9|"/>
          <p:cNvSpPr/>
          <p:nvPr/>
        </p:nvSpPr>
        <p:spPr>
          <a:xfrm>
            <a:off x="7644384" y="4434840"/>
            <a:ext cx="457200" cy="45720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400" b="1" dirty="0">
                <a:gradFill flip="none" rotWithShape="1">
                  <a:gsLst>
                    <a:gs pos="0">
                      <a:srgbClr val="2EF2B0"/>
                    </a:gs>
                    <a:gs pos="50000">
                      <a:srgbClr val="19B8FF"/>
                    </a:gs>
                    <a:gs pos="100000">
                      <a:srgbClr val="7C5CFF"/>
                    </a:gs>
                  </a:gsLst>
                  <a:lin ang="0" scaled="0"/>
                </a:gradFill>
              </a:rPr>
              <a:t>9</a:t>
            </a:r>
            <a:endParaRPr lang="en-US" sz="1400" dirty="0"/>
          </a:p>
        </p:txBody>
      </p:sp>
      <p:sp>
        <p:nvSpPr>
          <p:cNvPr id="51" name="tv|zoom|9|"/>
          <p:cNvSpPr txBox="1"/>
          <p:nvPr/>
        </p:nvSpPr>
        <p:spPr>
          <a:xfrm>
            <a:off x="7644384" y="4983480"/>
            <a:ext cx="1600200" cy="320040"/>
          </a:xfrm>
          <a:prstGeom prst="rect">
            <a:avLst/>
          </a:prstGeom>
          <a:noFill/>
          <a:ln/>
        </p:spPr>
        <p:txBody>
          <a:bodyPr wrap="square" lIns="0" tIns="0" rIns="0" bIns="0" rtlCol="0" anchor="t"/>
          <a:lstStyle/>
          <a:p>
            <a:pPr indent="0" marL="0">
              <a:buNone/>
            </a:pPr>
            <a:r>
              <a:rPr lang="en-US" sz="1500" b="1" dirty="0">
                <a:solidFill>
                  <a:srgbClr val="EEFBFF"/>
                </a:solidFill>
              </a:rPr>
              <a:t>One-time access</a:t>
            </a:r>
            <a:endParaRPr lang="en-US" sz="1500" dirty="0"/>
          </a:p>
        </p:txBody>
      </p:sp>
      <p:sp>
        <p:nvSpPr>
          <p:cNvPr id="52" name="tv|zoom|9|"/>
          <p:cNvSpPr txBox="1"/>
          <p:nvPr/>
        </p:nvSpPr>
        <p:spPr>
          <a:xfrm>
            <a:off x="7644384" y="5303520"/>
            <a:ext cx="1572768" cy="640080"/>
          </a:xfrm>
          <a:prstGeom prst="rect">
            <a:avLst/>
          </a:prstGeom>
          <a:noFill/>
          <a:ln/>
        </p:spPr>
        <p:txBody>
          <a:bodyPr wrap="square" lIns="0" tIns="0" rIns="0" bIns="0" rtlCol="0" anchor="t"/>
          <a:lstStyle/>
          <a:p>
            <a:pPr indent="0" marL="0">
              <a:buNone/>
            </a:pPr>
            <a:r>
              <a:rPr lang="en-US" sz="1200" dirty="0">
                <a:solidFill>
                  <a:srgbClr val="9FC4CF"/>
                </a:solidFill>
              </a:rPr>
              <a:t>Each document opens once in 24 h</a:t>
            </a:r>
            <a:endParaRPr lang="en-US" sz="1200" dirty="0"/>
          </a:p>
        </p:txBody>
      </p:sp>
      <p:sp>
        <p:nvSpPr>
          <p:cNvPr id="53" name="tv|wipe|9|"/>
          <p:cNvSpPr/>
          <p:nvPr/>
        </p:nvSpPr>
        <p:spPr>
          <a:xfrm>
            <a:off x="9381744" y="5056632"/>
            <a:ext cx="338328" cy="0"/>
          </a:xfrm>
          <a:prstGeom prst="line">
            <a:avLst/>
          </a:prstGeom>
          <a:noFill/>
          <a:ln w="25400">
            <a:solidFill>
              <a:srgbClr val="19B8FF"/>
            </a:solidFill>
            <a:prstDash val="solid"/>
            <a:tailEnd type="triangle"/>
          </a:ln>
        </p:spPr>
      </p:sp>
      <p:sp>
        <p:nvSpPr>
          <p:cNvPr id="54" name="tv|zoom|10|"/>
          <p:cNvSpPr/>
          <p:nvPr/>
        </p:nvSpPr>
        <p:spPr>
          <a:xfrm>
            <a:off x="9765792" y="4251960"/>
            <a:ext cx="1874520" cy="1737360"/>
          </a:xfrm>
          <a:prstGeom prst="roundRect">
            <a:avLst>
              <a:gd name="adj" fmla="val 7368"/>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55" name="tv|zoom|10|"/>
          <p:cNvSpPr/>
          <p:nvPr/>
        </p:nvSpPr>
        <p:spPr>
          <a:xfrm>
            <a:off x="9948672" y="4434840"/>
            <a:ext cx="457200" cy="45720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ln>
        </p:spPr>
        <p:txBody>
          <a:bodyPr wrap="square" lIns="0" tIns="0" rIns="0" bIns="0" rtlCol="0" anchor="ctr"/>
          <a:lstStyle/>
          <a:p>
            <a:pPr algn="ctr" indent="0" marL="0">
              <a:buNone/>
            </a:pPr>
            <a:r>
              <a:rPr lang="en-US" sz="1400" b="1" dirty="0">
                <a:gradFill flip="none" rotWithShape="1">
                  <a:gsLst>
                    <a:gs pos="0">
                      <a:srgbClr val="2EF2B0"/>
                    </a:gs>
                    <a:gs pos="50000">
                      <a:srgbClr val="19B8FF"/>
                    </a:gs>
                    <a:gs pos="100000">
                      <a:srgbClr val="7C5CFF"/>
                    </a:gs>
                  </a:gsLst>
                  <a:lin ang="0" scaled="0"/>
                </a:gradFill>
              </a:rPr>
              <a:t>10</a:t>
            </a:r>
            <a:endParaRPr lang="en-US" sz="1400" dirty="0"/>
          </a:p>
        </p:txBody>
      </p:sp>
      <p:sp>
        <p:nvSpPr>
          <p:cNvPr id="56" name="tv|zoom|10|"/>
          <p:cNvSpPr txBox="1"/>
          <p:nvPr/>
        </p:nvSpPr>
        <p:spPr>
          <a:xfrm>
            <a:off x="9948672" y="4983480"/>
            <a:ext cx="1600200" cy="320040"/>
          </a:xfrm>
          <a:prstGeom prst="rect">
            <a:avLst/>
          </a:prstGeom>
          <a:noFill/>
          <a:ln/>
        </p:spPr>
        <p:txBody>
          <a:bodyPr wrap="square" lIns="0" tIns="0" rIns="0" bIns="0" rtlCol="0" anchor="t"/>
          <a:lstStyle/>
          <a:p>
            <a:pPr indent="0" marL="0">
              <a:buNone/>
            </a:pPr>
            <a:r>
              <a:rPr lang="en-US" sz="1500" b="1" dirty="0">
                <a:solidFill>
                  <a:srgbClr val="EEFBFF"/>
                </a:solidFill>
              </a:rPr>
              <a:t>Audit trail</a:t>
            </a:r>
            <a:endParaRPr lang="en-US" sz="1500" dirty="0"/>
          </a:p>
        </p:txBody>
      </p:sp>
      <p:sp>
        <p:nvSpPr>
          <p:cNvPr id="57" name="tv|zoom|10|"/>
          <p:cNvSpPr txBox="1"/>
          <p:nvPr/>
        </p:nvSpPr>
        <p:spPr>
          <a:xfrm>
            <a:off x="9948672" y="5303520"/>
            <a:ext cx="1572768" cy="640080"/>
          </a:xfrm>
          <a:prstGeom prst="rect">
            <a:avLst/>
          </a:prstGeom>
          <a:noFill/>
          <a:ln/>
        </p:spPr>
        <p:txBody>
          <a:bodyPr wrap="square" lIns="0" tIns="0" rIns="0" bIns="0" rtlCol="0" anchor="t"/>
          <a:lstStyle/>
          <a:p>
            <a:pPr indent="0" marL="0">
              <a:buNone/>
            </a:pPr>
            <a:r>
              <a:rPr lang="en-US" sz="1200" dirty="0">
                <a:solidFill>
                  <a:srgbClr val="9FC4CF"/>
                </a:solidFill>
              </a:rPr>
              <a:t>Every view is logged for the admin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10"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par>
                                <p:cTn id="12" presetID="53" presetClass="entr" presetSubtype="16" fill="hold" grpId="0" nodeType="withEffect">
                                  <p:stCondLst>
                                    <p:cond delay="310"/>
                                  </p:stCondLst>
                                  <p:childTnLst>
                                    <p:set>
                                      <p:cBhvr>
                                        <p:cTn id="11" dur="1" fill="hold">
                                          <p:stCondLst>
                                            <p:cond delay="0"/>
                                          </p:stCondLst>
                                        </p:cTn>
                                        <p:tgtEl>
                                          <p:spTgt spid="9"/>
                                        </p:tgtEl>
                                        <p:attrNameLst>
                                          <p:attrName>style.visibility</p:attrName>
                                        </p:attrNameLst>
                                      </p:cBhvr>
                                      <p:to>
                                        <p:strVal val="visible"/>
                                      </p:to>
                                    </p:set>
                                    <p:anim calcmode="lin" valueType="num">
                                      <p:cBhvr>
                                        <p:cTn id="13" dur="550" fill="hold"/>
                                        <p:tgtEl>
                                          <p:spTgt spid="9"/>
                                        </p:tgtEl>
                                        <p:attrNameLst>
                                          <p:attrName>ppt_w</p:attrName>
                                        </p:attrNameLst>
                                      </p:cBhvr>
                                      <p:tavLst>
                                        <p:tav tm="0">
                                          <p:val>
                                            <p:strVal val="0"/>
                                          </p:val>
                                        </p:tav>
                                        <p:tav tm="100000">
                                          <p:val>
                                            <p:strVal val="#ppt_w"/>
                                          </p:val>
                                        </p:tav>
                                      </p:tavLst>
                                    </p:anim>
                                    <p:anim calcmode="lin" valueType="num">
                                      <p:cBhvr>
                                        <p:cTn id="14" dur="550" fill="hold"/>
                                        <p:tgtEl>
                                          <p:spTgt spid="9"/>
                                        </p:tgtEl>
                                        <p:attrNameLst>
                                          <p:attrName>ppt_h</p:attrName>
                                        </p:attrNameLst>
                                      </p:cBhvr>
                                      <p:tavLst>
                                        <p:tav tm="0">
                                          <p:val>
                                            <p:strVal val="0"/>
                                          </p:val>
                                        </p:tav>
                                        <p:tav tm="100000">
                                          <p:val>
                                            <p:strVal val="#ppt_h"/>
                                          </p:val>
                                        </p:tav>
                                      </p:tavLst>
                                    </p:anim>
                                    <p:animEffect transition="in" filter="fade">
                                      <p:cBhvr>
                                        <p:cTn id="15" dur="550"/>
                                        <p:tgtEl>
                                          <p:spTgt spid="9"/>
                                        </p:tgtEl>
                                      </p:cBhvr>
                                    </p:animEffect>
                                  </p:childTnLst>
                                </p:cTn>
                              </p:par>
                              <p:par>
                                <p:cTn id="17" presetID="53" presetClass="entr" presetSubtype="16" fill="hold" grpId="0" nodeType="withEffect">
                                  <p:stCondLst>
                                    <p:cond delay="310"/>
                                  </p:stCondLst>
                                  <p:childTnLst>
                                    <p:set>
                                      <p:cBhvr>
                                        <p:cTn id="16" dur="1" fill="hold">
                                          <p:stCondLst>
                                            <p:cond delay="0"/>
                                          </p:stCondLst>
                                        </p:cTn>
                                        <p:tgtEl>
                                          <p:spTgt spid="10"/>
                                        </p:tgtEl>
                                        <p:attrNameLst>
                                          <p:attrName>style.visibility</p:attrName>
                                        </p:attrNameLst>
                                      </p:cBhvr>
                                      <p:to>
                                        <p:strVal val="visible"/>
                                      </p:to>
                                    </p:set>
                                    <p:anim calcmode="lin" valueType="num">
                                      <p:cBhvr>
                                        <p:cTn id="18" dur="550" fill="hold"/>
                                        <p:tgtEl>
                                          <p:spTgt spid="10"/>
                                        </p:tgtEl>
                                        <p:attrNameLst>
                                          <p:attrName>ppt_w</p:attrName>
                                        </p:attrNameLst>
                                      </p:cBhvr>
                                      <p:tavLst>
                                        <p:tav tm="0">
                                          <p:val>
                                            <p:strVal val="0"/>
                                          </p:val>
                                        </p:tav>
                                        <p:tav tm="100000">
                                          <p:val>
                                            <p:strVal val="#ppt_w"/>
                                          </p:val>
                                        </p:tav>
                                      </p:tavLst>
                                    </p:anim>
                                    <p:anim calcmode="lin" valueType="num">
                                      <p:cBhvr>
                                        <p:cTn id="19" dur="550" fill="hold"/>
                                        <p:tgtEl>
                                          <p:spTgt spid="10"/>
                                        </p:tgtEl>
                                        <p:attrNameLst>
                                          <p:attrName>ppt_h</p:attrName>
                                        </p:attrNameLst>
                                      </p:cBhvr>
                                      <p:tavLst>
                                        <p:tav tm="0">
                                          <p:val>
                                            <p:strVal val="0"/>
                                          </p:val>
                                        </p:tav>
                                        <p:tav tm="100000">
                                          <p:val>
                                            <p:strVal val="#ppt_h"/>
                                          </p:val>
                                        </p:tav>
                                      </p:tavLst>
                                    </p:anim>
                                    <p:animEffect transition="in" filter="fade">
                                      <p:cBhvr>
                                        <p:cTn id="20" dur="550"/>
                                        <p:tgtEl>
                                          <p:spTgt spid="10"/>
                                        </p:tgtEl>
                                      </p:cBhvr>
                                    </p:animEffect>
                                  </p:childTnLst>
                                </p:cTn>
                              </p:par>
                              <p:par>
                                <p:cTn id="22" presetID="53" presetClass="entr" presetSubtype="16" fill="hold" grpId="0" nodeType="withEffect">
                                  <p:stCondLst>
                                    <p:cond delay="310"/>
                                  </p:stCondLst>
                                  <p:childTnLst>
                                    <p:set>
                                      <p:cBhvr>
                                        <p:cTn id="21" dur="1" fill="hold">
                                          <p:stCondLst>
                                            <p:cond delay="0"/>
                                          </p:stCondLst>
                                        </p:cTn>
                                        <p:tgtEl>
                                          <p:spTgt spid="11"/>
                                        </p:tgtEl>
                                        <p:attrNameLst>
                                          <p:attrName>style.visibility</p:attrName>
                                        </p:attrNameLst>
                                      </p:cBhvr>
                                      <p:to>
                                        <p:strVal val="visible"/>
                                      </p:to>
                                    </p:set>
                                    <p:anim calcmode="lin" valueType="num">
                                      <p:cBhvr>
                                        <p:cTn id="23" dur="550" fill="hold"/>
                                        <p:tgtEl>
                                          <p:spTgt spid="11"/>
                                        </p:tgtEl>
                                        <p:attrNameLst>
                                          <p:attrName>ppt_w</p:attrName>
                                        </p:attrNameLst>
                                      </p:cBhvr>
                                      <p:tavLst>
                                        <p:tav tm="0">
                                          <p:val>
                                            <p:strVal val="0"/>
                                          </p:val>
                                        </p:tav>
                                        <p:tav tm="100000">
                                          <p:val>
                                            <p:strVal val="#ppt_w"/>
                                          </p:val>
                                        </p:tav>
                                      </p:tavLst>
                                    </p:anim>
                                    <p:anim calcmode="lin" valueType="num">
                                      <p:cBhvr>
                                        <p:cTn id="24" dur="550" fill="hold"/>
                                        <p:tgtEl>
                                          <p:spTgt spid="11"/>
                                        </p:tgtEl>
                                        <p:attrNameLst>
                                          <p:attrName>ppt_h</p:attrName>
                                        </p:attrNameLst>
                                      </p:cBhvr>
                                      <p:tavLst>
                                        <p:tav tm="0">
                                          <p:val>
                                            <p:strVal val="0"/>
                                          </p:val>
                                        </p:tav>
                                        <p:tav tm="100000">
                                          <p:val>
                                            <p:strVal val="#ppt_h"/>
                                          </p:val>
                                        </p:tav>
                                      </p:tavLst>
                                    </p:anim>
                                    <p:animEffect transition="in" filter="fade">
                                      <p:cBhvr>
                                        <p:cTn id="25" dur="550"/>
                                        <p:tgtEl>
                                          <p:spTgt spid="11"/>
                                        </p:tgtEl>
                                      </p:cBhvr>
                                    </p:animEffect>
                                  </p:childTnLst>
                                </p:cTn>
                              </p:par>
                              <p:par>
                                <p:cTn id="27" presetID="53" presetClass="entr" presetSubtype="16" fill="hold" grpId="0" nodeType="withEffect">
                                  <p:stCondLst>
                                    <p:cond delay="310"/>
                                  </p:stCondLst>
                                  <p:childTnLst>
                                    <p:set>
                                      <p:cBhvr>
                                        <p:cTn id="26" dur="1" fill="hold">
                                          <p:stCondLst>
                                            <p:cond delay="0"/>
                                          </p:stCondLst>
                                        </p:cTn>
                                        <p:tgtEl>
                                          <p:spTgt spid="12"/>
                                        </p:tgtEl>
                                        <p:attrNameLst>
                                          <p:attrName>style.visibility</p:attrName>
                                        </p:attrNameLst>
                                      </p:cBhvr>
                                      <p:to>
                                        <p:strVal val="visible"/>
                                      </p:to>
                                    </p:set>
                                    <p:anim calcmode="lin" valueType="num">
                                      <p:cBhvr>
                                        <p:cTn id="28" dur="550" fill="hold"/>
                                        <p:tgtEl>
                                          <p:spTgt spid="12"/>
                                        </p:tgtEl>
                                        <p:attrNameLst>
                                          <p:attrName>ppt_w</p:attrName>
                                        </p:attrNameLst>
                                      </p:cBhvr>
                                      <p:tavLst>
                                        <p:tav tm="0">
                                          <p:val>
                                            <p:strVal val="0"/>
                                          </p:val>
                                        </p:tav>
                                        <p:tav tm="100000">
                                          <p:val>
                                            <p:strVal val="#ppt_w"/>
                                          </p:val>
                                        </p:tav>
                                      </p:tavLst>
                                    </p:anim>
                                    <p:anim calcmode="lin" valueType="num">
                                      <p:cBhvr>
                                        <p:cTn id="29" dur="550" fill="hold"/>
                                        <p:tgtEl>
                                          <p:spTgt spid="12"/>
                                        </p:tgtEl>
                                        <p:attrNameLst>
                                          <p:attrName>ppt_h</p:attrName>
                                        </p:attrNameLst>
                                      </p:cBhvr>
                                      <p:tavLst>
                                        <p:tav tm="0">
                                          <p:val>
                                            <p:strVal val="0"/>
                                          </p:val>
                                        </p:tav>
                                        <p:tav tm="100000">
                                          <p:val>
                                            <p:strVal val="#ppt_h"/>
                                          </p:val>
                                        </p:tav>
                                      </p:tavLst>
                                    </p:anim>
                                    <p:animEffect transition="in" filter="fade">
                                      <p:cBhvr>
                                        <p:cTn id="30" dur="550"/>
                                        <p:tgtEl>
                                          <p:spTgt spid="12"/>
                                        </p:tgtEl>
                                      </p:cBhvr>
                                    </p:animEffect>
                                  </p:childTnLst>
                                </p:cTn>
                              </p:par>
                              <p:par>
                                <p:cTn id="32" presetID="22" presetClass="entr" presetSubtype="8" fill="hold" grpId="0" nodeType="withEffect">
                                  <p:stCondLst>
                                    <p:cond delay="31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3" dur="600"/>
                                        <p:tgtEl>
                                          <p:spTgt spid="13"/>
                                        </p:tgtEl>
                                      </p:cBhvr>
                                    </p:animEffect>
                                  </p:childTnLst>
                                </p:cTn>
                              </p:par>
                              <p:par>
                                <p:cTn id="35" presetID="53" presetClass="entr" presetSubtype="16" fill="hold" grpId="0" nodeType="withEffect">
                                  <p:stCondLst>
                                    <p:cond delay="470"/>
                                  </p:stCondLst>
                                  <p:childTnLst>
                                    <p:set>
                                      <p:cBhvr>
                                        <p:cTn id="34" dur="1" fill="hold">
                                          <p:stCondLst>
                                            <p:cond delay="0"/>
                                          </p:stCondLst>
                                        </p:cTn>
                                        <p:tgtEl>
                                          <p:spTgt spid="14"/>
                                        </p:tgtEl>
                                        <p:attrNameLst>
                                          <p:attrName>style.visibility</p:attrName>
                                        </p:attrNameLst>
                                      </p:cBhvr>
                                      <p:to>
                                        <p:strVal val="visible"/>
                                      </p:to>
                                    </p:set>
                                    <p:anim calcmode="lin" valueType="num">
                                      <p:cBhvr>
                                        <p:cTn id="36" dur="550" fill="hold"/>
                                        <p:tgtEl>
                                          <p:spTgt spid="14"/>
                                        </p:tgtEl>
                                        <p:attrNameLst>
                                          <p:attrName>ppt_w</p:attrName>
                                        </p:attrNameLst>
                                      </p:cBhvr>
                                      <p:tavLst>
                                        <p:tav tm="0">
                                          <p:val>
                                            <p:strVal val="0"/>
                                          </p:val>
                                        </p:tav>
                                        <p:tav tm="100000">
                                          <p:val>
                                            <p:strVal val="#ppt_w"/>
                                          </p:val>
                                        </p:tav>
                                      </p:tavLst>
                                    </p:anim>
                                    <p:anim calcmode="lin" valueType="num">
                                      <p:cBhvr>
                                        <p:cTn id="37" dur="550" fill="hold"/>
                                        <p:tgtEl>
                                          <p:spTgt spid="14"/>
                                        </p:tgtEl>
                                        <p:attrNameLst>
                                          <p:attrName>ppt_h</p:attrName>
                                        </p:attrNameLst>
                                      </p:cBhvr>
                                      <p:tavLst>
                                        <p:tav tm="0">
                                          <p:val>
                                            <p:strVal val="0"/>
                                          </p:val>
                                        </p:tav>
                                        <p:tav tm="100000">
                                          <p:val>
                                            <p:strVal val="#ppt_h"/>
                                          </p:val>
                                        </p:tav>
                                      </p:tavLst>
                                    </p:anim>
                                    <p:animEffect transition="in" filter="fade">
                                      <p:cBhvr>
                                        <p:cTn id="38" dur="550"/>
                                        <p:tgtEl>
                                          <p:spTgt spid="14"/>
                                        </p:tgtEl>
                                      </p:cBhvr>
                                    </p:animEffect>
                                  </p:childTnLst>
                                </p:cTn>
                              </p:par>
                              <p:par>
                                <p:cTn id="40" presetID="53" presetClass="entr" presetSubtype="16" fill="hold" grpId="0" nodeType="withEffect">
                                  <p:stCondLst>
                                    <p:cond delay="470"/>
                                  </p:stCondLst>
                                  <p:childTnLst>
                                    <p:set>
                                      <p:cBhvr>
                                        <p:cTn id="39" dur="1" fill="hold">
                                          <p:stCondLst>
                                            <p:cond delay="0"/>
                                          </p:stCondLst>
                                        </p:cTn>
                                        <p:tgtEl>
                                          <p:spTgt spid="15"/>
                                        </p:tgtEl>
                                        <p:attrNameLst>
                                          <p:attrName>style.visibility</p:attrName>
                                        </p:attrNameLst>
                                      </p:cBhvr>
                                      <p:to>
                                        <p:strVal val="visible"/>
                                      </p:to>
                                    </p:set>
                                    <p:anim calcmode="lin" valueType="num">
                                      <p:cBhvr>
                                        <p:cTn id="41" dur="550" fill="hold"/>
                                        <p:tgtEl>
                                          <p:spTgt spid="15"/>
                                        </p:tgtEl>
                                        <p:attrNameLst>
                                          <p:attrName>ppt_w</p:attrName>
                                        </p:attrNameLst>
                                      </p:cBhvr>
                                      <p:tavLst>
                                        <p:tav tm="0">
                                          <p:val>
                                            <p:strVal val="0"/>
                                          </p:val>
                                        </p:tav>
                                        <p:tav tm="100000">
                                          <p:val>
                                            <p:strVal val="#ppt_w"/>
                                          </p:val>
                                        </p:tav>
                                      </p:tavLst>
                                    </p:anim>
                                    <p:anim calcmode="lin" valueType="num">
                                      <p:cBhvr>
                                        <p:cTn id="42" dur="550" fill="hold"/>
                                        <p:tgtEl>
                                          <p:spTgt spid="15"/>
                                        </p:tgtEl>
                                        <p:attrNameLst>
                                          <p:attrName>ppt_h</p:attrName>
                                        </p:attrNameLst>
                                      </p:cBhvr>
                                      <p:tavLst>
                                        <p:tav tm="0">
                                          <p:val>
                                            <p:strVal val="0"/>
                                          </p:val>
                                        </p:tav>
                                        <p:tav tm="100000">
                                          <p:val>
                                            <p:strVal val="#ppt_h"/>
                                          </p:val>
                                        </p:tav>
                                      </p:tavLst>
                                    </p:anim>
                                    <p:animEffect transition="in" filter="fade">
                                      <p:cBhvr>
                                        <p:cTn id="43" dur="550"/>
                                        <p:tgtEl>
                                          <p:spTgt spid="15"/>
                                        </p:tgtEl>
                                      </p:cBhvr>
                                    </p:animEffect>
                                  </p:childTnLst>
                                </p:cTn>
                              </p:par>
                              <p:par>
                                <p:cTn id="45" presetID="53" presetClass="entr" presetSubtype="16" fill="hold" grpId="0" nodeType="withEffect">
                                  <p:stCondLst>
                                    <p:cond delay="470"/>
                                  </p:stCondLst>
                                  <p:childTnLst>
                                    <p:set>
                                      <p:cBhvr>
                                        <p:cTn id="44" dur="1" fill="hold">
                                          <p:stCondLst>
                                            <p:cond delay="0"/>
                                          </p:stCondLst>
                                        </p:cTn>
                                        <p:tgtEl>
                                          <p:spTgt spid="16"/>
                                        </p:tgtEl>
                                        <p:attrNameLst>
                                          <p:attrName>style.visibility</p:attrName>
                                        </p:attrNameLst>
                                      </p:cBhvr>
                                      <p:to>
                                        <p:strVal val="visible"/>
                                      </p:to>
                                    </p:set>
                                    <p:anim calcmode="lin" valueType="num">
                                      <p:cBhvr>
                                        <p:cTn id="46" dur="550" fill="hold"/>
                                        <p:tgtEl>
                                          <p:spTgt spid="16"/>
                                        </p:tgtEl>
                                        <p:attrNameLst>
                                          <p:attrName>ppt_w</p:attrName>
                                        </p:attrNameLst>
                                      </p:cBhvr>
                                      <p:tavLst>
                                        <p:tav tm="0">
                                          <p:val>
                                            <p:strVal val="0"/>
                                          </p:val>
                                        </p:tav>
                                        <p:tav tm="100000">
                                          <p:val>
                                            <p:strVal val="#ppt_w"/>
                                          </p:val>
                                        </p:tav>
                                      </p:tavLst>
                                    </p:anim>
                                    <p:anim calcmode="lin" valueType="num">
                                      <p:cBhvr>
                                        <p:cTn id="47" dur="550" fill="hold"/>
                                        <p:tgtEl>
                                          <p:spTgt spid="16"/>
                                        </p:tgtEl>
                                        <p:attrNameLst>
                                          <p:attrName>ppt_h</p:attrName>
                                        </p:attrNameLst>
                                      </p:cBhvr>
                                      <p:tavLst>
                                        <p:tav tm="0">
                                          <p:val>
                                            <p:strVal val="0"/>
                                          </p:val>
                                        </p:tav>
                                        <p:tav tm="100000">
                                          <p:val>
                                            <p:strVal val="#ppt_h"/>
                                          </p:val>
                                        </p:tav>
                                      </p:tavLst>
                                    </p:anim>
                                    <p:animEffect transition="in" filter="fade">
                                      <p:cBhvr>
                                        <p:cTn id="48" dur="550"/>
                                        <p:tgtEl>
                                          <p:spTgt spid="16"/>
                                        </p:tgtEl>
                                      </p:cBhvr>
                                    </p:animEffect>
                                  </p:childTnLst>
                                </p:cTn>
                              </p:par>
                              <p:par>
                                <p:cTn id="50" presetID="53" presetClass="entr" presetSubtype="16" fill="hold" grpId="0" nodeType="withEffect">
                                  <p:stCondLst>
                                    <p:cond delay="470"/>
                                  </p:stCondLst>
                                  <p:childTnLst>
                                    <p:set>
                                      <p:cBhvr>
                                        <p:cTn id="49" dur="1" fill="hold">
                                          <p:stCondLst>
                                            <p:cond delay="0"/>
                                          </p:stCondLst>
                                        </p:cTn>
                                        <p:tgtEl>
                                          <p:spTgt spid="17"/>
                                        </p:tgtEl>
                                        <p:attrNameLst>
                                          <p:attrName>style.visibility</p:attrName>
                                        </p:attrNameLst>
                                      </p:cBhvr>
                                      <p:to>
                                        <p:strVal val="visible"/>
                                      </p:to>
                                    </p:set>
                                    <p:anim calcmode="lin" valueType="num">
                                      <p:cBhvr>
                                        <p:cTn id="51" dur="550" fill="hold"/>
                                        <p:tgtEl>
                                          <p:spTgt spid="17"/>
                                        </p:tgtEl>
                                        <p:attrNameLst>
                                          <p:attrName>ppt_w</p:attrName>
                                        </p:attrNameLst>
                                      </p:cBhvr>
                                      <p:tavLst>
                                        <p:tav tm="0">
                                          <p:val>
                                            <p:strVal val="0"/>
                                          </p:val>
                                        </p:tav>
                                        <p:tav tm="100000">
                                          <p:val>
                                            <p:strVal val="#ppt_w"/>
                                          </p:val>
                                        </p:tav>
                                      </p:tavLst>
                                    </p:anim>
                                    <p:anim calcmode="lin" valueType="num">
                                      <p:cBhvr>
                                        <p:cTn id="52" dur="550" fill="hold"/>
                                        <p:tgtEl>
                                          <p:spTgt spid="17"/>
                                        </p:tgtEl>
                                        <p:attrNameLst>
                                          <p:attrName>ppt_h</p:attrName>
                                        </p:attrNameLst>
                                      </p:cBhvr>
                                      <p:tavLst>
                                        <p:tav tm="0">
                                          <p:val>
                                            <p:strVal val="0"/>
                                          </p:val>
                                        </p:tav>
                                        <p:tav tm="100000">
                                          <p:val>
                                            <p:strVal val="#ppt_h"/>
                                          </p:val>
                                        </p:tav>
                                      </p:tavLst>
                                    </p:anim>
                                    <p:animEffect transition="in" filter="fade">
                                      <p:cBhvr>
                                        <p:cTn id="53" dur="550"/>
                                        <p:tgtEl>
                                          <p:spTgt spid="17"/>
                                        </p:tgtEl>
                                      </p:cBhvr>
                                    </p:animEffect>
                                  </p:childTnLst>
                                </p:cTn>
                              </p:par>
                              <p:par>
                                <p:cTn id="55" presetID="22" presetClass="entr" presetSubtype="8" fill="hold" grpId="0" nodeType="withEffect">
                                  <p:stCondLst>
                                    <p:cond delay="470"/>
                                  </p:stCondLst>
                                  <p:childTnLst>
                                    <p:set>
                                      <p:cBhvr>
                                        <p:cTn id="54" dur="1" fill="hold">
                                          <p:stCondLst>
                                            <p:cond delay="0"/>
                                          </p:stCondLst>
                                        </p:cTn>
                                        <p:tgtEl>
                                          <p:spTgt spid="18"/>
                                        </p:tgtEl>
                                        <p:attrNameLst>
                                          <p:attrName>style.visibility</p:attrName>
                                        </p:attrNameLst>
                                      </p:cBhvr>
                                      <p:to>
                                        <p:strVal val="visible"/>
                                      </p:to>
                                    </p:set>
                                    <p:animEffect transition="in" filter="wipe(left)">
                                      <p:cBhvr>
                                        <p:cTn id="56" dur="600"/>
                                        <p:tgtEl>
                                          <p:spTgt spid="18"/>
                                        </p:tgtEl>
                                      </p:cBhvr>
                                    </p:animEffect>
                                  </p:childTnLst>
                                </p:cTn>
                              </p:par>
                              <p:par>
                                <p:cTn id="58" presetID="53" presetClass="entr" presetSubtype="16" fill="hold" grpId="0" nodeType="withEffect">
                                  <p:stCondLst>
                                    <p:cond delay="630"/>
                                  </p:stCondLst>
                                  <p:childTnLst>
                                    <p:set>
                                      <p:cBhvr>
                                        <p:cTn id="57" dur="1" fill="hold">
                                          <p:stCondLst>
                                            <p:cond delay="0"/>
                                          </p:stCondLst>
                                        </p:cTn>
                                        <p:tgtEl>
                                          <p:spTgt spid="19"/>
                                        </p:tgtEl>
                                        <p:attrNameLst>
                                          <p:attrName>style.visibility</p:attrName>
                                        </p:attrNameLst>
                                      </p:cBhvr>
                                      <p:to>
                                        <p:strVal val="visible"/>
                                      </p:to>
                                    </p:set>
                                    <p:anim calcmode="lin" valueType="num">
                                      <p:cBhvr>
                                        <p:cTn id="59" dur="550" fill="hold"/>
                                        <p:tgtEl>
                                          <p:spTgt spid="19"/>
                                        </p:tgtEl>
                                        <p:attrNameLst>
                                          <p:attrName>ppt_w</p:attrName>
                                        </p:attrNameLst>
                                      </p:cBhvr>
                                      <p:tavLst>
                                        <p:tav tm="0">
                                          <p:val>
                                            <p:strVal val="0"/>
                                          </p:val>
                                        </p:tav>
                                        <p:tav tm="100000">
                                          <p:val>
                                            <p:strVal val="#ppt_w"/>
                                          </p:val>
                                        </p:tav>
                                      </p:tavLst>
                                    </p:anim>
                                    <p:anim calcmode="lin" valueType="num">
                                      <p:cBhvr>
                                        <p:cTn id="60" dur="550" fill="hold"/>
                                        <p:tgtEl>
                                          <p:spTgt spid="19"/>
                                        </p:tgtEl>
                                        <p:attrNameLst>
                                          <p:attrName>ppt_h</p:attrName>
                                        </p:attrNameLst>
                                      </p:cBhvr>
                                      <p:tavLst>
                                        <p:tav tm="0">
                                          <p:val>
                                            <p:strVal val="0"/>
                                          </p:val>
                                        </p:tav>
                                        <p:tav tm="100000">
                                          <p:val>
                                            <p:strVal val="#ppt_h"/>
                                          </p:val>
                                        </p:tav>
                                      </p:tavLst>
                                    </p:anim>
                                    <p:animEffect transition="in" filter="fade">
                                      <p:cBhvr>
                                        <p:cTn id="61" dur="550"/>
                                        <p:tgtEl>
                                          <p:spTgt spid="19"/>
                                        </p:tgtEl>
                                      </p:cBhvr>
                                    </p:animEffect>
                                  </p:childTnLst>
                                </p:cTn>
                              </p:par>
                              <p:par>
                                <p:cTn id="63" presetID="53" presetClass="entr" presetSubtype="16" fill="hold" grpId="0" nodeType="withEffect">
                                  <p:stCondLst>
                                    <p:cond delay="630"/>
                                  </p:stCondLst>
                                  <p:childTnLst>
                                    <p:set>
                                      <p:cBhvr>
                                        <p:cTn id="62" dur="1" fill="hold">
                                          <p:stCondLst>
                                            <p:cond delay="0"/>
                                          </p:stCondLst>
                                        </p:cTn>
                                        <p:tgtEl>
                                          <p:spTgt spid="20"/>
                                        </p:tgtEl>
                                        <p:attrNameLst>
                                          <p:attrName>style.visibility</p:attrName>
                                        </p:attrNameLst>
                                      </p:cBhvr>
                                      <p:to>
                                        <p:strVal val="visible"/>
                                      </p:to>
                                    </p:set>
                                    <p:anim calcmode="lin" valueType="num">
                                      <p:cBhvr>
                                        <p:cTn id="64" dur="550" fill="hold"/>
                                        <p:tgtEl>
                                          <p:spTgt spid="20"/>
                                        </p:tgtEl>
                                        <p:attrNameLst>
                                          <p:attrName>ppt_w</p:attrName>
                                        </p:attrNameLst>
                                      </p:cBhvr>
                                      <p:tavLst>
                                        <p:tav tm="0">
                                          <p:val>
                                            <p:strVal val="0"/>
                                          </p:val>
                                        </p:tav>
                                        <p:tav tm="100000">
                                          <p:val>
                                            <p:strVal val="#ppt_w"/>
                                          </p:val>
                                        </p:tav>
                                      </p:tavLst>
                                    </p:anim>
                                    <p:anim calcmode="lin" valueType="num">
                                      <p:cBhvr>
                                        <p:cTn id="65" dur="550" fill="hold"/>
                                        <p:tgtEl>
                                          <p:spTgt spid="20"/>
                                        </p:tgtEl>
                                        <p:attrNameLst>
                                          <p:attrName>ppt_h</p:attrName>
                                        </p:attrNameLst>
                                      </p:cBhvr>
                                      <p:tavLst>
                                        <p:tav tm="0">
                                          <p:val>
                                            <p:strVal val="0"/>
                                          </p:val>
                                        </p:tav>
                                        <p:tav tm="100000">
                                          <p:val>
                                            <p:strVal val="#ppt_h"/>
                                          </p:val>
                                        </p:tav>
                                      </p:tavLst>
                                    </p:anim>
                                    <p:animEffect transition="in" filter="fade">
                                      <p:cBhvr>
                                        <p:cTn id="66" dur="550"/>
                                        <p:tgtEl>
                                          <p:spTgt spid="20"/>
                                        </p:tgtEl>
                                      </p:cBhvr>
                                    </p:animEffect>
                                  </p:childTnLst>
                                </p:cTn>
                              </p:par>
                              <p:par>
                                <p:cTn id="68" presetID="53" presetClass="entr" presetSubtype="16" fill="hold" grpId="0" nodeType="withEffect">
                                  <p:stCondLst>
                                    <p:cond delay="630"/>
                                  </p:stCondLst>
                                  <p:childTnLst>
                                    <p:set>
                                      <p:cBhvr>
                                        <p:cTn id="67" dur="1" fill="hold">
                                          <p:stCondLst>
                                            <p:cond delay="0"/>
                                          </p:stCondLst>
                                        </p:cTn>
                                        <p:tgtEl>
                                          <p:spTgt spid="21"/>
                                        </p:tgtEl>
                                        <p:attrNameLst>
                                          <p:attrName>style.visibility</p:attrName>
                                        </p:attrNameLst>
                                      </p:cBhvr>
                                      <p:to>
                                        <p:strVal val="visible"/>
                                      </p:to>
                                    </p:set>
                                    <p:anim calcmode="lin" valueType="num">
                                      <p:cBhvr>
                                        <p:cTn id="69" dur="550" fill="hold"/>
                                        <p:tgtEl>
                                          <p:spTgt spid="21"/>
                                        </p:tgtEl>
                                        <p:attrNameLst>
                                          <p:attrName>ppt_w</p:attrName>
                                        </p:attrNameLst>
                                      </p:cBhvr>
                                      <p:tavLst>
                                        <p:tav tm="0">
                                          <p:val>
                                            <p:strVal val="0"/>
                                          </p:val>
                                        </p:tav>
                                        <p:tav tm="100000">
                                          <p:val>
                                            <p:strVal val="#ppt_w"/>
                                          </p:val>
                                        </p:tav>
                                      </p:tavLst>
                                    </p:anim>
                                    <p:anim calcmode="lin" valueType="num">
                                      <p:cBhvr>
                                        <p:cTn id="70" dur="550" fill="hold"/>
                                        <p:tgtEl>
                                          <p:spTgt spid="21"/>
                                        </p:tgtEl>
                                        <p:attrNameLst>
                                          <p:attrName>ppt_h</p:attrName>
                                        </p:attrNameLst>
                                      </p:cBhvr>
                                      <p:tavLst>
                                        <p:tav tm="0">
                                          <p:val>
                                            <p:strVal val="0"/>
                                          </p:val>
                                        </p:tav>
                                        <p:tav tm="100000">
                                          <p:val>
                                            <p:strVal val="#ppt_h"/>
                                          </p:val>
                                        </p:tav>
                                      </p:tavLst>
                                    </p:anim>
                                    <p:animEffect transition="in" filter="fade">
                                      <p:cBhvr>
                                        <p:cTn id="71" dur="550"/>
                                        <p:tgtEl>
                                          <p:spTgt spid="21"/>
                                        </p:tgtEl>
                                      </p:cBhvr>
                                    </p:animEffect>
                                  </p:childTnLst>
                                </p:cTn>
                              </p:par>
                              <p:par>
                                <p:cTn id="73" presetID="53" presetClass="entr" presetSubtype="16" fill="hold" grpId="0" nodeType="withEffect">
                                  <p:stCondLst>
                                    <p:cond delay="630"/>
                                  </p:stCondLst>
                                  <p:childTnLst>
                                    <p:set>
                                      <p:cBhvr>
                                        <p:cTn id="72" dur="1" fill="hold">
                                          <p:stCondLst>
                                            <p:cond delay="0"/>
                                          </p:stCondLst>
                                        </p:cTn>
                                        <p:tgtEl>
                                          <p:spTgt spid="22"/>
                                        </p:tgtEl>
                                        <p:attrNameLst>
                                          <p:attrName>style.visibility</p:attrName>
                                        </p:attrNameLst>
                                      </p:cBhvr>
                                      <p:to>
                                        <p:strVal val="visible"/>
                                      </p:to>
                                    </p:set>
                                    <p:anim calcmode="lin" valueType="num">
                                      <p:cBhvr>
                                        <p:cTn id="74" dur="550" fill="hold"/>
                                        <p:tgtEl>
                                          <p:spTgt spid="22"/>
                                        </p:tgtEl>
                                        <p:attrNameLst>
                                          <p:attrName>ppt_w</p:attrName>
                                        </p:attrNameLst>
                                      </p:cBhvr>
                                      <p:tavLst>
                                        <p:tav tm="0">
                                          <p:val>
                                            <p:strVal val="0"/>
                                          </p:val>
                                        </p:tav>
                                        <p:tav tm="100000">
                                          <p:val>
                                            <p:strVal val="#ppt_w"/>
                                          </p:val>
                                        </p:tav>
                                      </p:tavLst>
                                    </p:anim>
                                    <p:anim calcmode="lin" valueType="num">
                                      <p:cBhvr>
                                        <p:cTn id="75" dur="550" fill="hold"/>
                                        <p:tgtEl>
                                          <p:spTgt spid="22"/>
                                        </p:tgtEl>
                                        <p:attrNameLst>
                                          <p:attrName>ppt_h</p:attrName>
                                        </p:attrNameLst>
                                      </p:cBhvr>
                                      <p:tavLst>
                                        <p:tav tm="0">
                                          <p:val>
                                            <p:strVal val="0"/>
                                          </p:val>
                                        </p:tav>
                                        <p:tav tm="100000">
                                          <p:val>
                                            <p:strVal val="#ppt_h"/>
                                          </p:val>
                                        </p:tav>
                                      </p:tavLst>
                                    </p:anim>
                                    <p:animEffect transition="in" filter="fade">
                                      <p:cBhvr>
                                        <p:cTn id="76" dur="550"/>
                                        <p:tgtEl>
                                          <p:spTgt spid="22"/>
                                        </p:tgtEl>
                                      </p:cBhvr>
                                    </p:animEffect>
                                  </p:childTnLst>
                                </p:cTn>
                              </p:par>
                              <p:par>
                                <p:cTn id="78" presetID="22" presetClass="entr" presetSubtype="8" fill="hold" grpId="0" nodeType="withEffect">
                                  <p:stCondLst>
                                    <p:cond delay="630"/>
                                  </p:stCondLst>
                                  <p:childTnLst>
                                    <p:set>
                                      <p:cBhvr>
                                        <p:cTn id="77" dur="1" fill="hold">
                                          <p:stCondLst>
                                            <p:cond delay="0"/>
                                          </p:stCondLst>
                                        </p:cTn>
                                        <p:tgtEl>
                                          <p:spTgt spid="23"/>
                                        </p:tgtEl>
                                        <p:attrNameLst>
                                          <p:attrName>style.visibility</p:attrName>
                                        </p:attrNameLst>
                                      </p:cBhvr>
                                      <p:to>
                                        <p:strVal val="visible"/>
                                      </p:to>
                                    </p:set>
                                    <p:animEffect transition="in" filter="wipe(left)">
                                      <p:cBhvr>
                                        <p:cTn id="79" dur="600"/>
                                        <p:tgtEl>
                                          <p:spTgt spid="23"/>
                                        </p:tgtEl>
                                      </p:cBhvr>
                                    </p:animEffect>
                                  </p:childTnLst>
                                </p:cTn>
                              </p:par>
                              <p:par>
                                <p:cTn id="81" presetID="53" presetClass="entr" presetSubtype="16" fill="hold" grpId="0" nodeType="withEffect">
                                  <p:stCondLst>
                                    <p:cond delay="790"/>
                                  </p:stCondLst>
                                  <p:childTnLst>
                                    <p:set>
                                      <p:cBhvr>
                                        <p:cTn id="80" dur="1" fill="hold">
                                          <p:stCondLst>
                                            <p:cond delay="0"/>
                                          </p:stCondLst>
                                        </p:cTn>
                                        <p:tgtEl>
                                          <p:spTgt spid="24"/>
                                        </p:tgtEl>
                                        <p:attrNameLst>
                                          <p:attrName>style.visibility</p:attrName>
                                        </p:attrNameLst>
                                      </p:cBhvr>
                                      <p:to>
                                        <p:strVal val="visible"/>
                                      </p:to>
                                    </p:set>
                                    <p:anim calcmode="lin" valueType="num">
                                      <p:cBhvr>
                                        <p:cTn id="82" dur="550" fill="hold"/>
                                        <p:tgtEl>
                                          <p:spTgt spid="24"/>
                                        </p:tgtEl>
                                        <p:attrNameLst>
                                          <p:attrName>ppt_w</p:attrName>
                                        </p:attrNameLst>
                                      </p:cBhvr>
                                      <p:tavLst>
                                        <p:tav tm="0">
                                          <p:val>
                                            <p:strVal val="0"/>
                                          </p:val>
                                        </p:tav>
                                        <p:tav tm="100000">
                                          <p:val>
                                            <p:strVal val="#ppt_w"/>
                                          </p:val>
                                        </p:tav>
                                      </p:tavLst>
                                    </p:anim>
                                    <p:anim calcmode="lin" valueType="num">
                                      <p:cBhvr>
                                        <p:cTn id="83" dur="550" fill="hold"/>
                                        <p:tgtEl>
                                          <p:spTgt spid="24"/>
                                        </p:tgtEl>
                                        <p:attrNameLst>
                                          <p:attrName>ppt_h</p:attrName>
                                        </p:attrNameLst>
                                      </p:cBhvr>
                                      <p:tavLst>
                                        <p:tav tm="0">
                                          <p:val>
                                            <p:strVal val="0"/>
                                          </p:val>
                                        </p:tav>
                                        <p:tav tm="100000">
                                          <p:val>
                                            <p:strVal val="#ppt_h"/>
                                          </p:val>
                                        </p:tav>
                                      </p:tavLst>
                                    </p:anim>
                                    <p:animEffect transition="in" filter="fade">
                                      <p:cBhvr>
                                        <p:cTn id="84" dur="550"/>
                                        <p:tgtEl>
                                          <p:spTgt spid="24"/>
                                        </p:tgtEl>
                                      </p:cBhvr>
                                    </p:animEffect>
                                  </p:childTnLst>
                                </p:cTn>
                              </p:par>
                              <p:par>
                                <p:cTn id="86" presetID="53" presetClass="entr" presetSubtype="16" fill="hold" grpId="0" nodeType="withEffect">
                                  <p:stCondLst>
                                    <p:cond delay="790"/>
                                  </p:stCondLst>
                                  <p:childTnLst>
                                    <p:set>
                                      <p:cBhvr>
                                        <p:cTn id="85" dur="1" fill="hold">
                                          <p:stCondLst>
                                            <p:cond delay="0"/>
                                          </p:stCondLst>
                                        </p:cTn>
                                        <p:tgtEl>
                                          <p:spTgt spid="25"/>
                                        </p:tgtEl>
                                        <p:attrNameLst>
                                          <p:attrName>style.visibility</p:attrName>
                                        </p:attrNameLst>
                                      </p:cBhvr>
                                      <p:to>
                                        <p:strVal val="visible"/>
                                      </p:to>
                                    </p:set>
                                    <p:anim calcmode="lin" valueType="num">
                                      <p:cBhvr>
                                        <p:cTn id="87" dur="550" fill="hold"/>
                                        <p:tgtEl>
                                          <p:spTgt spid="25"/>
                                        </p:tgtEl>
                                        <p:attrNameLst>
                                          <p:attrName>ppt_w</p:attrName>
                                        </p:attrNameLst>
                                      </p:cBhvr>
                                      <p:tavLst>
                                        <p:tav tm="0">
                                          <p:val>
                                            <p:strVal val="0"/>
                                          </p:val>
                                        </p:tav>
                                        <p:tav tm="100000">
                                          <p:val>
                                            <p:strVal val="#ppt_w"/>
                                          </p:val>
                                        </p:tav>
                                      </p:tavLst>
                                    </p:anim>
                                    <p:anim calcmode="lin" valueType="num">
                                      <p:cBhvr>
                                        <p:cTn id="88" dur="550" fill="hold"/>
                                        <p:tgtEl>
                                          <p:spTgt spid="25"/>
                                        </p:tgtEl>
                                        <p:attrNameLst>
                                          <p:attrName>ppt_h</p:attrName>
                                        </p:attrNameLst>
                                      </p:cBhvr>
                                      <p:tavLst>
                                        <p:tav tm="0">
                                          <p:val>
                                            <p:strVal val="0"/>
                                          </p:val>
                                        </p:tav>
                                        <p:tav tm="100000">
                                          <p:val>
                                            <p:strVal val="#ppt_h"/>
                                          </p:val>
                                        </p:tav>
                                      </p:tavLst>
                                    </p:anim>
                                    <p:animEffect transition="in" filter="fade">
                                      <p:cBhvr>
                                        <p:cTn id="89" dur="550"/>
                                        <p:tgtEl>
                                          <p:spTgt spid="25"/>
                                        </p:tgtEl>
                                      </p:cBhvr>
                                    </p:animEffect>
                                  </p:childTnLst>
                                </p:cTn>
                              </p:par>
                              <p:par>
                                <p:cTn id="91" presetID="53" presetClass="entr" presetSubtype="16" fill="hold" grpId="0" nodeType="withEffect">
                                  <p:stCondLst>
                                    <p:cond delay="790"/>
                                  </p:stCondLst>
                                  <p:childTnLst>
                                    <p:set>
                                      <p:cBhvr>
                                        <p:cTn id="90" dur="1" fill="hold">
                                          <p:stCondLst>
                                            <p:cond delay="0"/>
                                          </p:stCondLst>
                                        </p:cTn>
                                        <p:tgtEl>
                                          <p:spTgt spid="26"/>
                                        </p:tgtEl>
                                        <p:attrNameLst>
                                          <p:attrName>style.visibility</p:attrName>
                                        </p:attrNameLst>
                                      </p:cBhvr>
                                      <p:to>
                                        <p:strVal val="visible"/>
                                      </p:to>
                                    </p:set>
                                    <p:anim calcmode="lin" valueType="num">
                                      <p:cBhvr>
                                        <p:cTn id="92" dur="550" fill="hold"/>
                                        <p:tgtEl>
                                          <p:spTgt spid="26"/>
                                        </p:tgtEl>
                                        <p:attrNameLst>
                                          <p:attrName>ppt_w</p:attrName>
                                        </p:attrNameLst>
                                      </p:cBhvr>
                                      <p:tavLst>
                                        <p:tav tm="0">
                                          <p:val>
                                            <p:strVal val="0"/>
                                          </p:val>
                                        </p:tav>
                                        <p:tav tm="100000">
                                          <p:val>
                                            <p:strVal val="#ppt_w"/>
                                          </p:val>
                                        </p:tav>
                                      </p:tavLst>
                                    </p:anim>
                                    <p:anim calcmode="lin" valueType="num">
                                      <p:cBhvr>
                                        <p:cTn id="93" dur="550" fill="hold"/>
                                        <p:tgtEl>
                                          <p:spTgt spid="26"/>
                                        </p:tgtEl>
                                        <p:attrNameLst>
                                          <p:attrName>ppt_h</p:attrName>
                                        </p:attrNameLst>
                                      </p:cBhvr>
                                      <p:tavLst>
                                        <p:tav tm="0">
                                          <p:val>
                                            <p:strVal val="0"/>
                                          </p:val>
                                        </p:tav>
                                        <p:tav tm="100000">
                                          <p:val>
                                            <p:strVal val="#ppt_h"/>
                                          </p:val>
                                        </p:tav>
                                      </p:tavLst>
                                    </p:anim>
                                    <p:animEffect transition="in" filter="fade">
                                      <p:cBhvr>
                                        <p:cTn id="94" dur="550"/>
                                        <p:tgtEl>
                                          <p:spTgt spid="26"/>
                                        </p:tgtEl>
                                      </p:cBhvr>
                                    </p:animEffect>
                                  </p:childTnLst>
                                </p:cTn>
                              </p:par>
                              <p:par>
                                <p:cTn id="96" presetID="53" presetClass="entr" presetSubtype="16" fill="hold" grpId="0" nodeType="withEffect">
                                  <p:stCondLst>
                                    <p:cond delay="790"/>
                                  </p:stCondLst>
                                  <p:childTnLst>
                                    <p:set>
                                      <p:cBhvr>
                                        <p:cTn id="95" dur="1" fill="hold">
                                          <p:stCondLst>
                                            <p:cond delay="0"/>
                                          </p:stCondLst>
                                        </p:cTn>
                                        <p:tgtEl>
                                          <p:spTgt spid="27"/>
                                        </p:tgtEl>
                                        <p:attrNameLst>
                                          <p:attrName>style.visibility</p:attrName>
                                        </p:attrNameLst>
                                      </p:cBhvr>
                                      <p:to>
                                        <p:strVal val="visible"/>
                                      </p:to>
                                    </p:set>
                                    <p:anim calcmode="lin" valueType="num">
                                      <p:cBhvr>
                                        <p:cTn id="97" dur="550" fill="hold"/>
                                        <p:tgtEl>
                                          <p:spTgt spid="27"/>
                                        </p:tgtEl>
                                        <p:attrNameLst>
                                          <p:attrName>ppt_w</p:attrName>
                                        </p:attrNameLst>
                                      </p:cBhvr>
                                      <p:tavLst>
                                        <p:tav tm="0">
                                          <p:val>
                                            <p:strVal val="0"/>
                                          </p:val>
                                        </p:tav>
                                        <p:tav tm="100000">
                                          <p:val>
                                            <p:strVal val="#ppt_w"/>
                                          </p:val>
                                        </p:tav>
                                      </p:tavLst>
                                    </p:anim>
                                    <p:anim calcmode="lin" valueType="num">
                                      <p:cBhvr>
                                        <p:cTn id="98" dur="550" fill="hold"/>
                                        <p:tgtEl>
                                          <p:spTgt spid="27"/>
                                        </p:tgtEl>
                                        <p:attrNameLst>
                                          <p:attrName>ppt_h</p:attrName>
                                        </p:attrNameLst>
                                      </p:cBhvr>
                                      <p:tavLst>
                                        <p:tav tm="0">
                                          <p:val>
                                            <p:strVal val="0"/>
                                          </p:val>
                                        </p:tav>
                                        <p:tav tm="100000">
                                          <p:val>
                                            <p:strVal val="#ppt_h"/>
                                          </p:val>
                                        </p:tav>
                                      </p:tavLst>
                                    </p:anim>
                                    <p:animEffect transition="in" filter="fade">
                                      <p:cBhvr>
                                        <p:cTn id="99" dur="550"/>
                                        <p:tgtEl>
                                          <p:spTgt spid="27"/>
                                        </p:tgtEl>
                                      </p:cBhvr>
                                    </p:animEffect>
                                  </p:childTnLst>
                                </p:cTn>
                              </p:par>
                              <p:par>
                                <p:cTn id="101" presetID="22" presetClass="entr" presetSubtype="8" fill="hold" grpId="0" nodeType="withEffect">
                                  <p:stCondLst>
                                    <p:cond delay="790"/>
                                  </p:stCondLst>
                                  <p:childTnLst>
                                    <p:set>
                                      <p:cBhvr>
                                        <p:cTn id="100" dur="1" fill="hold">
                                          <p:stCondLst>
                                            <p:cond delay="0"/>
                                          </p:stCondLst>
                                        </p:cTn>
                                        <p:tgtEl>
                                          <p:spTgt spid="28"/>
                                        </p:tgtEl>
                                        <p:attrNameLst>
                                          <p:attrName>style.visibility</p:attrName>
                                        </p:attrNameLst>
                                      </p:cBhvr>
                                      <p:to>
                                        <p:strVal val="visible"/>
                                      </p:to>
                                    </p:set>
                                    <p:animEffect transition="in" filter="wipe(left)">
                                      <p:cBhvr>
                                        <p:cTn id="102" dur="600"/>
                                        <p:tgtEl>
                                          <p:spTgt spid="28"/>
                                        </p:tgtEl>
                                      </p:cBhvr>
                                    </p:animEffect>
                                  </p:childTnLst>
                                </p:cTn>
                              </p:par>
                              <p:par>
                                <p:cTn id="104" presetID="53" presetClass="entr" presetSubtype="16" fill="hold" grpId="0" nodeType="withEffect">
                                  <p:stCondLst>
                                    <p:cond delay="950"/>
                                  </p:stCondLst>
                                  <p:childTnLst>
                                    <p:set>
                                      <p:cBhvr>
                                        <p:cTn id="103" dur="1" fill="hold">
                                          <p:stCondLst>
                                            <p:cond delay="0"/>
                                          </p:stCondLst>
                                        </p:cTn>
                                        <p:tgtEl>
                                          <p:spTgt spid="29"/>
                                        </p:tgtEl>
                                        <p:attrNameLst>
                                          <p:attrName>style.visibility</p:attrName>
                                        </p:attrNameLst>
                                      </p:cBhvr>
                                      <p:to>
                                        <p:strVal val="visible"/>
                                      </p:to>
                                    </p:set>
                                    <p:anim calcmode="lin" valueType="num">
                                      <p:cBhvr>
                                        <p:cTn id="105" dur="550" fill="hold"/>
                                        <p:tgtEl>
                                          <p:spTgt spid="29"/>
                                        </p:tgtEl>
                                        <p:attrNameLst>
                                          <p:attrName>ppt_w</p:attrName>
                                        </p:attrNameLst>
                                      </p:cBhvr>
                                      <p:tavLst>
                                        <p:tav tm="0">
                                          <p:val>
                                            <p:strVal val="0"/>
                                          </p:val>
                                        </p:tav>
                                        <p:tav tm="100000">
                                          <p:val>
                                            <p:strVal val="#ppt_w"/>
                                          </p:val>
                                        </p:tav>
                                      </p:tavLst>
                                    </p:anim>
                                    <p:anim calcmode="lin" valueType="num">
                                      <p:cBhvr>
                                        <p:cTn id="106" dur="550" fill="hold"/>
                                        <p:tgtEl>
                                          <p:spTgt spid="29"/>
                                        </p:tgtEl>
                                        <p:attrNameLst>
                                          <p:attrName>ppt_h</p:attrName>
                                        </p:attrNameLst>
                                      </p:cBhvr>
                                      <p:tavLst>
                                        <p:tav tm="0">
                                          <p:val>
                                            <p:strVal val="0"/>
                                          </p:val>
                                        </p:tav>
                                        <p:tav tm="100000">
                                          <p:val>
                                            <p:strVal val="#ppt_h"/>
                                          </p:val>
                                        </p:tav>
                                      </p:tavLst>
                                    </p:anim>
                                    <p:animEffect transition="in" filter="fade">
                                      <p:cBhvr>
                                        <p:cTn id="107" dur="550"/>
                                        <p:tgtEl>
                                          <p:spTgt spid="29"/>
                                        </p:tgtEl>
                                      </p:cBhvr>
                                    </p:animEffect>
                                  </p:childTnLst>
                                </p:cTn>
                              </p:par>
                              <p:par>
                                <p:cTn id="109" presetID="53" presetClass="entr" presetSubtype="16" fill="hold" grpId="0" nodeType="withEffect">
                                  <p:stCondLst>
                                    <p:cond delay="950"/>
                                  </p:stCondLst>
                                  <p:childTnLst>
                                    <p:set>
                                      <p:cBhvr>
                                        <p:cTn id="108" dur="1" fill="hold">
                                          <p:stCondLst>
                                            <p:cond delay="0"/>
                                          </p:stCondLst>
                                        </p:cTn>
                                        <p:tgtEl>
                                          <p:spTgt spid="30"/>
                                        </p:tgtEl>
                                        <p:attrNameLst>
                                          <p:attrName>style.visibility</p:attrName>
                                        </p:attrNameLst>
                                      </p:cBhvr>
                                      <p:to>
                                        <p:strVal val="visible"/>
                                      </p:to>
                                    </p:set>
                                    <p:anim calcmode="lin" valueType="num">
                                      <p:cBhvr>
                                        <p:cTn id="110" dur="550" fill="hold"/>
                                        <p:tgtEl>
                                          <p:spTgt spid="30"/>
                                        </p:tgtEl>
                                        <p:attrNameLst>
                                          <p:attrName>ppt_w</p:attrName>
                                        </p:attrNameLst>
                                      </p:cBhvr>
                                      <p:tavLst>
                                        <p:tav tm="0">
                                          <p:val>
                                            <p:strVal val="0"/>
                                          </p:val>
                                        </p:tav>
                                        <p:tav tm="100000">
                                          <p:val>
                                            <p:strVal val="#ppt_w"/>
                                          </p:val>
                                        </p:tav>
                                      </p:tavLst>
                                    </p:anim>
                                    <p:anim calcmode="lin" valueType="num">
                                      <p:cBhvr>
                                        <p:cTn id="111" dur="550" fill="hold"/>
                                        <p:tgtEl>
                                          <p:spTgt spid="30"/>
                                        </p:tgtEl>
                                        <p:attrNameLst>
                                          <p:attrName>ppt_h</p:attrName>
                                        </p:attrNameLst>
                                      </p:cBhvr>
                                      <p:tavLst>
                                        <p:tav tm="0">
                                          <p:val>
                                            <p:strVal val="0"/>
                                          </p:val>
                                        </p:tav>
                                        <p:tav tm="100000">
                                          <p:val>
                                            <p:strVal val="#ppt_h"/>
                                          </p:val>
                                        </p:tav>
                                      </p:tavLst>
                                    </p:anim>
                                    <p:animEffect transition="in" filter="fade">
                                      <p:cBhvr>
                                        <p:cTn id="112" dur="550"/>
                                        <p:tgtEl>
                                          <p:spTgt spid="30"/>
                                        </p:tgtEl>
                                      </p:cBhvr>
                                    </p:animEffect>
                                  </p:childTnLst>
                                </p:cTn>
                              </p:par>
                              <p:par>
                                <p:cTn id="114" presetID="53" presetClass="entr" presetSubtype="16" fill="hold" grpId="0" nodeType="withEffect">
                                  <p:stCondLst>
                                    <p:cond delay="950"/>
                                  </p:stCondLst>
                                  <p:childTnLst>
                                    <p:set>
                                      <p:cBhvr>
                                        <p:cTn id="113" dur="1" fill="hold">
                                          <p:stCondLst>
                                            <p:cond delay="0"/>
                                          </p:stCondLst>
                                        </p:cTn>
                                        <p:tgtEl>
                                          <p:spTgt spid="31"/>
                                        </p:tgtEl>
                                        <p:attrNameLst>
                                          <p:attrName>style.visibility</p:attrName>
                                        </p:attrNameLst>
                                      </p:cBhvr>
                                      <p:to>
                                        <p:strVal val="visible"/>
                                      </p:to>
                                    </p:set>
                                    <p:anim calcmode="lin" valueType="num">
                                      <p:cBhvr>
                                        <p:cTn id="115" dur="550" fill="hold"/>
                                        <p:tgtEl>
                                          <p:spTgt spid="31"/>
                                        </p:tgtEl>
                                        <p:attrNameLst>
                                          <p:attrName>ppt_w</p:attrName>
                                        </p:attrNameLst>
                                      </p:cBhvr>
                                      <p:tavLst>
                                        <p:tav tm="0">
                                          <p:val>
                                            <p:strVal val="0"/>
                                          </p:val>
                                        </p:tav>
                                        <p:tav tm="100000">
                                          <p:val>
                                            <p:strVal val="#ppt_w"/>
                                          </p:val>
                                        </p:tav>
                                      </p:tavLst>
                                    </p:anim>
                                    <p:anim calcmode="lin" valueType="num">
                                      <p:cBhvr>
                                        <p:cTn id="116" dur="550" fill="hold"/>
                                        <p:tgtEl>
                                          <p:spTgt spid="31"/>
                                        </p:tgtEl>
                                        <p:attrNameLst>
                                          <p:attrName>ppt_h</p:attrName>
                                        </p:attrNameLst>
                                      </p:cBhvr>
                                      <p:tavLst>
                                        <p:tav tm="0">
                                          <p:val>
                                            <p:strVal val="0"/>
                                          </p:val>
                                        </p:tav>
                                        <p:tav tm="100000">
                                          <p:val>
                                            <p:strVal val="#ppt_h"/>
                                          </p:val>
                                        </p:tav>
                                      </p:tavLst>
                                    </p:anim>
                                    <p:animEffect transition="in" filter="fade">
                                      <p:cBhvr>
                                        <p:cTn id="117" dur="550"/>
                                        <p:tgtEl>
                                          <p:spTgt spid="31"/>
                                        </p:tgtEl>
                                      </p:cBhvr>
                                    </p:animEffect>
                                  </p:childTnLst>
                                </p:cTn>
                              </p:par>
                              <p:par>
                                <p:cTn id="119" presetID="53" presetClass="entr" presetSubtype="16" fill="hold" grpId="0" nodeType="withEffect">
                                  <p:stCondLst>
                                    <p:cond delay="950"/>
                                  </p:stCondLst>
                                  <p:childTnLst>
                                    <p:set>
                                      <p:cBhvr>
                                        <p:cTn id="118" dur="1" fill="hold">
                                          <p:stCondLst>
                                            <p:cond delay="0"/>
                                          </p:stCondLst>
                                        </p:cTn>
                                        <p:tgtEl>
                                          <p:spTgt spid="32"/>
                                        </p:tgtEl>
                                        <p:attrNameLst>
                                          <p:attrName>style.visibility</p:attrName>
                                        </p:attrNameLst>
                                      </p:cBhvr>
                                      <p:to>
                                        <p:strVal val="visible"/>
                                      </p:to>
                                    </p:set>
                                    <p:anim calcmode="lin" valueType="num">
                                      <p:cBhvr>
                                        <p:cTn id="120" dur="550" fill="hold"/>
                                        <p:tgtEl>
                                          <p:spTgt spid="32"/>
                                        </p:tgtEl>
                                        <p:attrNameLst>
                                          <p:attrName>ppt_w</p:attrName>
                                        </p:attrNameLst>
                                      </p:cBhvr>
                                      <p:tavLst>
                                        <p:tav tm="0">
                                          <p:val>
                                            <p:strVal val="0"/>
                                          </p:val>
                                        </p:tav>
                                        <p:tav tm="100000">
                                          <p:val>
                                            <p:strVal val="#ppt_w"/>
                                          </p:val>
                                        </p:tav>
                                      </p:tavLst>
                                    </p:anim>
                                    <p:anim calcmode="lin" valueType="num">
                                      <p:cBhvr>
                                        <p:cTn id="121" dur="550" fill="hold"/>
                                        <p:tgtEl>
                                          <p:spTgt spid="32"/>
                                        </p:tgtEl>
                                        <p:attrNameLst>
                                          <p:attrName>ppt_h</p:attrName>
                                        </p:attrNameLst>
                                      </p:cBhvr>
                                      <p:tavLst>
                                        <p:tav tm="0">
                                          <p:val>
                                            <p:strVal val="0"/>
                                          </p:val>
                                        </p:tav>
                                        <p:tav tm="100000">
                                          <p:val>
                                            <p:strVal val="#ppt_h"/>
                                          </p:val>
                                        </p:tav>
                                      </p:tavLst>
                                    </p:anim>
                                    <p:animEffect transition="in" filter="fade">
                                      <p:cBhvr>
                                        <p:cTn id="122" dur="550"/>
                                        <p:tgtEl>
                                          <p:spTgt spid="32"/>
                                        </p:tgtEl>
                                      </p:cBhvr>
                                    </p:animEffect>
                                  </p:childTnLst>
                                </p:cTn>
                              </p:par>
                              <p:par>
                                <p:cTn id="124" presetID="10" presetClass="entr" presetSubtype="0" fill="hold" grpId="0" nodeType="withEffect">
                                  <p:stCondLst>
                                    <p:cond delay="1110"/>
                                  </p:stCondLst>
                                  <p:childTnLst>
                                    <p:set>
                                      <p:cBhvr>
                                        <p:cTn id="123" dur="1" fill="hold">
                                          <p:stCondLst>
                                            <p:cond delay="0"/>
                                          </p:stCondLst>
                                        </p:cTn>
                                        <p:tgtEl>
                                          <p:spTgt spid="33"/>
                                        </p:tgtEl>
                                        <p:attrNameLst>
                                          <p:attrName>style.visibility</p:attrName>
                                        </p:attrNameLst>
                                      </p:cBhvr>
                                      <p:to>
                                        <p:strVal val="visible"/>
                                      </p:to>
                                    </p:set>
                                    <p:animEffect transition="in" filter="fade">
                                      <p:cBhvr>
                                        <p:cTn id="125" dur="600"/>
                                        <p:tgtEl>
                                          <p:spTgt spid="33"/>
                                        </p:tgtEl>
                                      </p:cBhvr>
                                    </p:animEffect>
                                  </p:childTnLst>
                                </p:cTn>
                              </p:par>
                              <p:par>
                                <p:cTn id="127" presetID="53" presetClass="entr" presetSubtype="16" fill="hold" grpId="0" nodeType="withEffect">
                                  <p:stCondLst>
                                    <p:cond delay="1110"/>
                                  </p:stCondLst>
                                  <p:childTnLst>
                                    <p:set>
                                      <p:cBhvr>
                                        <p:cTn id="126" dur="1" fill="hold">
                                          <p:stCondLst>
                                            <p:cond delay="0"/>
                                          </p:stCondLst>
                                        </p:cTn>
                                        <p:tgtEl>
                                          <p:spTgt spid="34"/>
                                        </p:tgtEl>
                                        <p:attrNameLst>
                                          <p:attrName>style.visibility</p:attrName>
                                        </p:attrNameLst>
                                      </p:cBhvr>
                                      <p:to>
                                        <p:strVal val="visible"/>
                                      </p:to>
                                    </p:set>
                                    <p:anim calcmode="lin" valueType="num">
                                      <p:cBhvr>
                                        <p:cTn id="128" dur="550" fill="hold"/>
                                        <p:tgtEl>
                                          <p:spTgt spid="34"/>
                                        </p:tgtEl>
                                        <p:attrNameLst>
                                          <p:attrName>ppt_w</p:attrName>
                                        </p:attrNameLst>
                                      </p:cBhvr>
                                      <p:tavLst>
                                        <p:tav tm="0">
                                          <p:val>
                                            <p:strVal val="0"/>
                                          </p:val>
                                        </p:tav>
                                        <p:tav tm="100000">
                                          <p:val>
                                            <p:strVal val="#ppt_w"/>
                                          </p:val>
                                        </p:tav>
                                      </p:tavLst>
                                    </p:anim>
                                    <p:anim calcmode="lin" valueType="num">
                                      <p:cBhvr>
                                        <p:cTn id="129" dur="550" fill="hold"/>
                                        <p:tgtEl>
                                          <p:spTgt spid="34"/>
                                        </p:tgtEl>
                                        <p:attrNameLst>
                                          <p:attrName>ppt_h</p:attrName>
                                        </p:attrNameLst>
                                      </p:cBhvr>
                                      <p:tavLst>
                                        <p:tav tm="0">
                                          <p:val>
                                            <p:strVal val="0"/>
                                          </p:val>
                                        </p:tav>
                                        <p:tav tm="100000">
                                          <p:val>
                                            <p:strVal val="#ppt_h"/>
                                          </p:val>
                                        </p:tav>
                                      </p:tavLst>
                                    </p:anim>
                                    <p:animEffect transition="in" filter="fade">
                                      <p:cBhvr>
                                        <p:cTn id="130" dur="550"/>
                                        <p:tgtEl>
                                          <p:spTgt spid="34"/>
                                        </p:tgtEl>
                                      </p:cBhvr>
                                    </p:animEffect>
                                  </p:childTnLst>
                                </p:cTn>
                              </p:par>
                              <p:par>
                                <p:cTn id="132" presetID="53" presetClass="entr" presetSubtype="16" fill="hold" grpId="0" nodeType="withEffect">
                                  <p:stCondLst>
                                    <p:cond delay="1110"/>
                                  </p:stCondLst>
                                  <p:childTnLst>
                                    <p:set>
                                      <p:cBhvr>
                                        <p:cTn id="131" dur="1" fill="hold">
                                          <p:stCondLst>
                                            <p:cond delay="0"/>
                                          </p:stCondLst>
                                        </p:cTn>
                                        <p:tgtEl>
                                          <p:spTgt spid="35"/>
                                        </p:tgtEl>
                                        <p:attrNameLst>
                                          <p:attrName>style.visibility</p:attrName>
                                        </p:attrNameLst>
                                      </p:cBhvr>
                                      <p:to>
                                        <p:strVal val="visible"/>
                                      </p:to>
                                    </p:set>
                                    <p:anim calcmode="lin" valueType="num">
                                      <p:cBhvr>
                                        <p:cTn id="133" dur="550" fill="hold"/>
                                        <p:tgtEl>
                                          <p:spTgt spid="35"/>
                                        </p:tgtEl>
                                        <p:attrNameLst>
                                          <p:attrName>ppt_w</p:attrName>
                                        </p:attrNameLst>
                                      </p:cBhvr>
                                      <p:tavLst>
                                        <p:tav tm="0">
                                          <p:val>
                                            <p:strVal val="0"/>
                                          </p:val>
                                        </p:tav>
                                        <p:tav tm="100000">
                                          <p:val>
                                            <p:strVal val="#ppt_w"/>
                                          </p:val>
                                        </p:tav>
                                      </p:tavLst>
                                    </p:anim>
                                    <p:anim calcmode="lin" valueType="num">
                                      <p:cBhvr>
                                        <p:cTn id="134" dur="550" fill="hold"/>
                                        <p:tgtEl>
                                          <p:spTgt spid="35"/>
                                        </p:tgtEl>
                                        <p:attrNameLst>
                                          <p:attrName>ppt_h</p:attrName>
                                        </p:attrNameLst>
                                      </p:cBhvr>
                                      <p:tavLst>
                                        <p:tav tm="0">
                                          <p:val>
                                            <p:strVal val="0"/>
                                          </p:val>
                                        </p:tav>
                                        <p:tav tm="100000">
                                          <p:val>
                                            <p:strVal val="#ppt_h"/>
                                          </p:val>
                                        </p:tav>
                                      </p:tavLst>
                                    </p:anim>
                                    <p:animEffect transition="in" filter="fade">
                                      <p:cBhvr>
                                        <p:cTn id="135" dur="550"/>
                                        <p:tgtEl>
                                          <p:spTgt spid="35"/>
                                        </p:tgtEl>
                                      </p:cBhvr>
                                    </p:animEffect>
                                  </p:childTnLst>
                                </p:cTn>
                              </p:par>
                              <p:par>
                                <p:cTn id="137" presetID="53" presetClass="entr" presetSubtype="16" fill="hold" grpId="0" nodeType="withEffect">
                                  <p:stCondLst>
                                    <p:cond delay="1110"/>
                                  </p:stCondLst>
                                  <p:childTnLst>
                                    <p:set>
                                      <p:cBhvr>
                                        <p:cTn id="136" dur="1" fill="hold">
                                          <p:stCondLst>
                                            <p:cond delay="0"/>
                                          </p:stCondLst>
                                        </p:cTn>
                                        <p:tgtEl>
                                          <p:spTgt spid="36"/>
                                        </p:tgtEl>
                                        <p:attrNameLst>
                                          <p:attrName>style.visibility</p:attrName>
                                        </p:attrNameLst>
                                      </p:cBhvr>
                                      <p:to>
                                        <p:strVal val="visible"/>
                                      </p:to>
                                    </p:set>
                                    <p:anim calcmode="lin" valueType="num">
                                      <p:cBhvr>
                                        <p:cTn id="138" dur="550" fill="hold"/>
                                        <p:tgtEl>
                                          <p:spTgt spid="36"/>
                                        </p:tgtEl>
                                        <p:attrNameLst>
                                          <p:attrName>ppt_w</p:attrName>
                                        </p:attrNameLst>
                                      </p:cBhvr>
                                      <p:tavLst>
                                        <p:tav tm="0">
                                          <p:val>
                                            <p:strVal val="0"/>
                                          </p:val>
                                        </p:tav>
                                        <p:tav tm="100000">
                                          <p:val>
                                            <p:strVal val="#ppt_w"/>
                                          </p:val>
                                        </p:tav>
                                      </p:tavLst>
                                    </p:anim>
                                    <p:anim calcmode="lin" valueType="num">
                                      <p:cBhvr>
                                        <p:cTn id="139" dur="550" fill="hold"/>
                                        <p:tgtEl>
                                          <p:spTgt spid="36"/>
                                        </p:tgtEl>
                                        <p:attrNameLst>
                                          <p:attrName>ppt_h</p:attrName>
                                        </p:attrNameLst>
                                      </p:cBhvr>
                                      <p:tavLst>
                                        <p:tav tm="0">
                                          <p:val>
                                            <p:strVal val="0"/>
                                          </p:val>
                                        </p:tav>
                                        <p:tav tm="100000">
                                          <p:val>
                                            <p:strVal val="#ppt_h"/>
                                          </p:val>
                                        </p:tav>
                                      </p:tavLst>
                                    </p:anim>
                                    <p:animEffect transition="in" filter="fade">
                                      <p:cBhvr>
                                        <p:cTn id="140" dur="550"/>
                                        <p:tgtEl>
                                          <p:spTgt spid="36"/>
                                        </p:tgtEl>
                                      </p:cBhvr>
                                    </p:animEffect>
                                  </p:childTnLst>
                                </p:cTn>
                              </p:par>
                              <p:par>
                                <p:cTn id="142" presetID="53" presetClass="entr" presetSubtype="16" fill="hold" grpId="0" nodeType="withEffect">
                                  <p:stCondLst>
                                    <p:cond delay="1110"/>
                                  </p:stCondLst>
                                  <p:childTnLst>
                                    <p:set>
                                      <p:cBhvr>
                                        <p:cTn id="141" dur="1" fill="hold">
                                          <p:stCondLst>
                                            <p:cond delay="0"/>
                                          </p:stCondLst>
                                        </p:cTn>
                                        <p:tgtEl>
                                          <p:spTgt spid="37"/>
                                        </p:tgtEl>
                                        <p:attrNameLst>
                                          <p:attrName>style.visibility</p:attrName>
                                        </p:attrNameLst>
                                      </p:cBhvr>
                                      <p:to>
                                        <p:strVal val="visible"/>
                                      </p:to>
                                    </p:set>
                                    <p:anim calcmode="lin" valueType="num">
                                      <p:cBhvr>
                                        <p:cTn id="143" dur="550" fill="hold"/>
                                        <p:tgtEl>
                                          <p:spTgt spid="37"/>
                                        </p:tgtEl>
                                        <p:attrNameLst>
                                          <p:attrName>ppt_w</p:attrName>
                                        </p:attrNameLst>
                                      </p:cBhvr>
                                      <p:tavLst>
                                        <p:tav tm="0">
                                          <p:val>
                                            <p:strVal val="0"/>
                                          </p:val>
                                        </p:tav>
                                        <p:tav tm="100000">
                                          <p:val>
                                            <p:strVal val="#ppt_w"/>
                                          </p:val>
                                        </p:tav>
                                      </p:tavLst>
                                    </p:anim>
                                    <p:anim calcmode="lin" valueType="num">
                                      <p:cBhvr>
                                        <p:cTn id="144" dur="550" fill="hold"/>
                                        <p:tgtEl>
                                          <p:spTgt spid="37"/>
                                        </p:tgtEl>
                                        <p:attrNameLst>
                                          <p:attrName>ppt_h</p:attrName>
                                        </p:attrNameLst>
                                      </p:cBhvr>
                                      <p:tavLst>
                                        <p:tav tm="0">
                                          <p:val>
                                            <p:strVal val="0"/>
                                          </p:val>
                                        </p:tav>
                                        <p:tav tm="100000">
                                          <p:val>
                                            <p:strVal val="#ppt_h"/>
                                          </p:val>
                                        </p:tav>
                                      </p:tavLst>
                                    </p:anim>
                                    <p:animEffect transition="in" filter="fade">
                                      <p:cBhvr>
                                        <p:cTn id="145" dur="550"/>
                                        <p:tgtEl>
                                          <p:spTgt spid="37"/>
                                        </p:tgtEl>
                                      </p:cBhvr>
                                    </p:animEffect>
                                  </p:childTnLst>
                                </p:cTn>
                              </p:par>
                              <p:par>
                                <p:cTn id="147" presetID="22" presetClass="entr" presetSubtype="8" fill="hold" grpId="0" nodeType="withEffect">
                                  <p:stCondLst>
                                    <p:cond delay="1110"/>
                                  </p:stCondLst>
                                  <p:childTnLst>
                                    <p:set>
                                      <p:cBhvr>
                                        <p:cTn id="146" dur="1" fill="hold">
                                          <p:stCondLst>
                                            <p:cond delay="0"/>
                                          </p:stCondLst>
                                        </p:cTn>
                                        <p:tgtEl>
                                          <p:spTgt spid="38"/>
                                        </p:tgtEl>
                                        <p:attrNameLst>
                                          <p:attrName>style.visibility</p:attrName>
                                        </p:attrNameLst>
                                      </p:cBhvr>
                                      <p:to>
                                        <p:strVal val="visible"/>
                                      </p:to>
                                    </p:set>
                                    <p:animEffect transition="in" filter="wipe(left)">
                                      <p:cBhvr>
                                        <p:cTn id="148" dur="600"/>
                                        <p:tgtEl>
                                          <p:spTgt spid="38"/>
                                        </p:tgtEl>
                                      </p:cBhvr>
                                    </p:animEffect>
                                  </p:childTnLst>
                                </p:cTn>
                              </p:par>
                              <p:par>
                                <p:cTn id="150" presetID="53" presetClass="entr" presetSubtype="16" fill="hold" grpId="0" nodeType="withEffect">
                                  <p:stCondLst>
                                    <p:cond delay="1270"/>
                                  </p:stCondLst>
                                  <p:childTnLst>
                                    <p:set>
                                      <p:cBhvr>
                                        <p:cTn id="149" dur="1" fill="hold">
                                          <p:stCondLst>
                                            <p:cond delay="0"/>
                                          </p:stCondLst>
                                        </p:cTn>
                                        <p:tgtEl>
                                          <p:spTgt spid="39"/>
                                        </p:tgtEl>
                                        <p:attrNameLst>
                                          <p:attrName>style.visibility</p:attrName>
                                        </p:attrNameLst>
                                      </p:cBhvr>
                                      <p:to>
                                        <p:strVal val="visible"/>
                                      </p:to>
                                    </p:set>
                                    <p:anim calcmode="lin" valueType="num">
                                      <p:cBhvr>
                                        <p:cTn id="151" dur="550" fill="hold"/>
                                        <p:tgtEl>
                                          <p:spTgt spid="39"/>
                                        </p:tgtEl>
                                        <p:attrNameLst>
                                          <p:attrName>ppt_w</p:attrName>
                                        </p:attrNameLst>
                                      </p:cBhvr>
                                      <p:tavLst>
                                        <p:tav tm="0">
                                          <p:val>
                                            <p:strVal val="0"/>
                                          </p:val>
                                        </p:tav>
                                        <p:tav tm="100000">
                                          <p:val>
                                            <p:strVal val="#ppt_w"/>
                                          </p:val>
                                        </p:tav>
                                      </p:tavLst>
                                    </p:anim>
                                    <p:anim calcmode="lin" valueType="num">
                                      <p:cBhvr>
                                        <p:cTn id="152" dur="550" fill="hold"/>
                                        <p:tgtEl>
                                          <p:spTgt spid="39"/>
                                        </p:tgtEl>
                                        <p:attrNameLst>
                                          <p:attrName>ppt_h</p:attrName>
                                        </p:attrNameLst>
                                      </p:cBhvr>
                                      <p:tavLst>
                                        <p:tav tm="0">
                                          <p:val>
                                            <p:strVal val="0"/>
                                          </p:val>
                                        </p:tav>
                                        <p:tav tm="100000">
                                          <p:val>
                                            <p:strVal val="#ppt_h"/>
                                          </p:val>
                                        </p:tav>
                                      </p:tavLst>
                                    </p:anim>
                                    <p:animEffect transition="in" filter="fade">
                                      <p:cBhvr>
                                        <p:cTn id="153" dur="550"/>
                                        <p:tgtEl>
                                          <p:spTgt spid="39"/>
                                        </p:tgtEl>
                                      </p:cBhvr>
                                    </p:animEffect>
                                  </p:childTnLst>
                                </p:cTn>
                              </p:par>
                              <p:par>
                                <p:cTn id="155" presetID="53" presetClass="entr" presetSubtype="16" fill="hold" grpId="0" nodeType="withEffect">
                                  <p:stCondLst>
                                    <p:cond delay="1270"/>
                                  </p:stCondLst>
                                  <p:childTnLst>
                                    <p:set>
                                      <p:cBhvr>
                                        <p:cTn id="154" dur="1" fill="hold">
                                          <p:stCondLst>
                                            <p:cond delay="0"/>
                                          </p:stCondLst>
                                        </p:cTn>
                                        <p:tgtEl>
                                          <p:spTgt spid="40"/>
                                        </p:tgtEl>
                                        <p:attrNameLst>
                                          <p:attrName>style.visibility</p:attrName>
                                        </p:attrNameLst>
                                      </p:cBhvr>
                                      <p:to>
                                        <p:strVal val="visible"/>
                                      </p:to>
                                    </p:set>
                                    <p:anim calcmode="lin" valueType="num">
                                      <p:cBhvr>
                                        <p:cTn id="156" dur="550" fill="hold"/>
                                        <p:tgtEl>
                                          <p:spTgt spid="40"/>
                                        </p:tgtEl>
                                        <p:attrNameLst>
                                          <p:attrName>ppt_w</p:attrName>
                                        </p:attrNameLst>
                                      </p:cBhvr>
                                      <p:tavLst>
                                        <p:tav tm="0">
                                          <p:val>
                                            <p:strVal val="0"/>
                                          </p:val>
                                        </p:tav>
                                        <p:tav tm="100000">
                                          <p:val>
                                            <p:strVal val="#ppt_w"/>
                                          </p:val>
                                        </p:tav>
                                      </p:tavLst>
                                    </p:anim>
                                    <p:anim calcmode="lin" valueType="num">
                                      <p:cBhvr>
                                        <p:cTn id="157" dur="550" fill="hold"/>
                                        <p:tgtEl>
                                          <p:spTgt spid="40"/>
                                        </p:tgtEl>
                                        <p:attrNameLst>
                                          <p:attrName>ppt_h</p:attrName>
                                        </p:attrNameLst>
                                      </p:cBhvr>
                                      <p:tavLst>
                                        <p:tav tm="0">
                                          <p:val>
                                            <p:strVal val="0"/>
                                          </p:val>
                                        </p:tav>
                                        <p:tav tm="100000">
                                          <p:val>
                                            <p:strVal val="#ppt_h"/>
                                          </p:val>
                                        </p:tav>
                                      </p:tavLst>
                                    </p:anim>
                                    <p:animEffect transition="in" filter="fade">
                                      <p:cBhvr>
                                        <p:cTn id="158" dur="550"/>
                                        <p:tgtEl>
                                          <p:spTgt spid="40"/>
                                        </p:tgtEl>
                                      </p:cBhvr>
                                    </p:animEffect>
                                  </p:childTnLst>
                                </p:cTn>
                              </p:par>
                              <p:par>
                                <p:cTn id="160" presetID="53" presetClass="entr" presetSubtype="16" fill="hold" grpId="0" nodeType="withEffect">
                                  <p:stCondLst>
                                    <p:cond delay="1270"/>
                                  </p:stCondLst>
                                  <p:childTnLst>
                                    <p:set>
                                      <p:cBhvr>
                                        <p:cTn id="159" dur="1" fill="hold">
                                          <p:stCondLst>
                                            <p:cond delay="0"/>
                                          </p:stCondLst>
                                        </p:cTn>
                                        <p:tgtEl>
                                          <p:spTgt spid="41"/>
                                        </p:tgtEl>
                                        <p:attrNameLst>
                                          <p:attrName>style.visibility</p:attrName>
                                        </p:attrNameLst>
                                      </p:cBhvr>
                                      <p:to>
                                        <p:strVal val="visible"/>
                                      </p:to>
                                    </p:set>
                                    <p:anim calcmode="lin" valueType="num">
                                      <p:cBhvr>
                                        <p:cTn id="161" dur="550" fill="hold"/>
                                        <p:tgtEl>
                                          <p:spTgt spid="41"/>
                                        </p:tgtEl>
                                        <p:attrNameLst>
                                          <p:attrName>ppt_w</p:attrName>
                                        </p:attrNameLst>
                                      </p:cBhvr>
                                      <p:tavLst>
                                        <p:tav tm="0">
                                          <p:val>
                                            <p:strVal val="0"/>
                                          </p:val>
                                        </p:tav>
                                        <p:tav tm="100000">
                                          <p:val>
                                            <p:strVal val="#ppt_w"/>
                                          </p:val>
                                        </p:tav>
                                      </p:tavLst>
                                    </p:anim>
                                    <p:anim calcmode="lin" valueType="num">
                                      <p:cBhvr>
                                        <p:cTn id="162" dur="550" fill="hold"/>
                                        <p:tgtEl>
                                          <p:spTgt spid="41"/>
                                        </p:tgtEl>
                                        <p:attrNameLst>
                                          <p:attrName>ppt_h</p:attrName>
                                        </p:attrNameLst>
                                      </p:cBhvr>
                                      <p:tavLst>
                                        <p:tav tm="0">
                                          <p:val>
                                            <p:strVal val="0"/>
                                          </p:val>
                                        </p:tav>
                                        <p:tav tm="100000">
                                          <p:val>
                                            <p:strVal val="#ppt_h"/>
                                          </p:val>
                                        </p:tav>
                                      </p:tavLst>
                                    </p:anim>
                                    <p:animEffect transition="in" filter="fade">
                                      <p:cBhvr>
                                        <p:cTn id="163" dur="550"/>
                                        <p:tgtEl>
                                          <p:spTgt spid="41"/>
                                        </p:tgtEl>
                                      </p:cBhvr>
                                    </p:animEffect>
                                  </p:childTnLst>
                                </p:cTn>
                              </p:par>
                              <p:par>
                                <p:cTn id="165" presetID="53" presetClass="entr" presetSubtype="16" fill="hold" grpId="0" nodeType="withEffect">
                                  <p:stCondLst>
                                    <p:cond delay="1270"/>
                                  </p:stCondLst>
                                  <p:childTnLst>
                                    <p:set>
                                      <p:cBhvr>
                                        <p:cTn id="164" dur="1" fill="hold">
                                          <p:stCondLst>
                                            <p:cond delay="0"/>
                                          </p:stCondLst>
                                        </p:cTn>
                                        <p:tgtEl>
                                          <p:spTgt spid="42"/>
                                        </p:tgtEl>
                                        <p:attrNameLst>
                                          <p:attrName>style.visibility</p:attrName>
                                        </p:attrNameLst>
                                      </p:cBhvr>
                                      <p:to>
                                        <p:strVal val="visible"/>
                                      </p:to>
                                    </p:set>
                                    <p:anim calcmode="lin" valueType="num">
                                      <p:cBhvr>
                                        <p:cTn id="166" dur="550" fill="hold"/>
                                        <p:tgtEl>
                                          <p:spTgt spid="42"/>
                                        </p:tgtEl>
                                        <p:attrNameLst>
                                          <p:attrName>ppt_w</p:attrName>
                                        </p:attrNameLst>
                                      </p:cBhvr>
                                      <p:tavLst>
                                        <p:tav tm="0">
                                          <p:val>
                                            <p:strVal val="0"/>
                                          </p:val>
                                        </p:tav>
                                        <p:tav tm="100000">
                                          <p:val>
                                            <p:strVal val="#ppt_w"/>
                                          </p:val>
                                        </p:tav>
                                      </p:tavLst>
                                    </p:anim>
                                    <p:anim calcmode="lin" valueType="num">
                                      <p:cBhvr>
                                        <p:cTn id="167" dur="550" fill="hold"/>
                                        <p:tgtEl>
                                          <p:spTgt spid="42"/>
                                        </p:tgtEl>
                                        <p:attrNameLst>
                                          <p:attrName>ppt_h</p:attrName>
                                        </p:attrNameLst>
                                      </p:cBhvr>
                                      <p:tavLst>
                                        <p:tav tm="0">
                                          <p:val>
                                            <p:strVal val="0"/>
                                          </p:val>
                                        </p:tav>
                                        <p:tav tm="100000">
                                          <p:val>
                                            <p:strVal val="#ppt_h"/>
                                          </p:val>
                                        </p:tav>
                                      </p:tavLst>
                                    </p:anim>
                                    <p:animEffect transition="in" filter="fade">
                                      <p:cBhvr>
                                        <p:cTn id="168" dur="550"/>
                                        <p:tgtEl>
                                          <p:spTgt spid="42"/>
                                        </p:tgtEl>
                                      </p:cBhvr>
                                    </p:animEffect>
                                  </p:childTnLst>
                                </p:cTn>
                              </p:par>
                              <p:par>
                                <p:cTn id="170" presetID="22" presetClass="entr" presetSubtype="8" fill="hold" grpId="0" nodeType="withEffect">
                                  <p:stCondLst>
                                    <p:cond delay="1270"/>
                                  </p:stCondLst>
                                  <p:childTnLst>
                                    <p:set>
                                      <p:cBhvr>
                                        <p:cTn id="169" dur="1" fill="hold">
                                          <p:stCondLst>
                                            <p:cond delay="0"/>
                                          </p:stCondLst>
                                        </p:cTn>
                                        <p:tgtEl>
                                          <p:spTgt spid="43"/>
                                        </p:tgtEl>
                                        <p:attrNameLst>
                                          <p:attrName>style.visibility</p:attrName>
                                        </p:attrNameLst>
                                      </p:cBhvr>
                                      <p:to>
                                        <p:strVal val="visible"/>
                                      </p:to>
                                    </p:set>
                                    <p:animEffect transition="in" filter="wipe(left)">
                                      <p:cBhvr>
                                        <p:cTn id="171" dur="600"/>
                                        <p:tgtEl>
                                          <p:spTgt spid="43"/>
                                        </p:tgtEl>
                                      </p:cBhvr>
                                    </p:animEffect>
                                  </p:childTnLst>
                                </p:cTn>
                              </p:par>
                              <p:par>
                                <p:cTn id="173" presetID="53" presetClass="entr" presetSubtype="16" fill="hold" grpId="0" nodeType="withEffect">
                                  <p:stCondLst>
                                    <p:cond delay="1430"/>
                                  </p:stCondLst>
                                  <p:childTnLst>
                                    <p:set>
                                      <p:cBhvr>
                                        <p:cTn id="172" dur="1" fill="hold">
                                          <p:stCondLst>
                                            <p:cond delay="0"/>
                                          </p:stCondLst>
                                        </p:cTn>
                                        <p:tgtEl>
                                          <p:spTgt spid="44"/>
                                        </p:tgtEl>
                                        <p:attrNameLst>
                                          <p:attrName>style.visibility</p:attrName>
                                        </p:attrNameLst>
                                      </p:cBhvr>
                                      <p:to>
                                        <p:strVal val="visible"/>
                                      </p:to>
                                    </p:set>
                                    <p:anim calcmode="lin" valueType="num">
                                      <p:cBhvr>
                                        <p:cTn id="174" dur="550" fill="hold"/>
                                        <p:tgtEl>
                                          <p:spTgt spid="44"/>
                                        </p:tgtEl>
                                        <p:attrNameLst>
                                          <p:attrName>ppt_w</p:attrName>
                                        </p:attrNameLst>
                                      </p:cBhvr>
                                      <p:tavLst>
                                        <p:tav tm="0">
                                          <p:val>
                                            <p:strVal val="0"/>
                                          </p:val>
                                        </p:tav>
                                        <p:tav tm="100000">
                                          <p:val>
                                            <p:strVal val="#ppt_w"/>
                                          </p:val>
                                        </p:tav>
                                      </p:tavLst>
                                    </p:anim>
                                    <p:anim calcmode="lin" valueType="num">
                                      <p:cBhvr>
                                        <p:cTn id="175" dur="550" fill="hold"/>
                                        <p:tgtEl>
                                          <p:spTgt spid="44"/>
                                        </p:tgtEl>
                                        <p:attrNameLst>
                                          <p:attrName>ppt_h</p:attrName>
                                        </p:attrNameLst>
                                      </p:cBhvr>
                                      <p:tavLst>
                                        <p:tav tm="0">
                                          <p:val>
                                            <p:strVal val="0"/>
                                          </p:val>
                                        </p:tav>
                                        <p:tav tm="100000">
                                          <p:val>
                                            <p:strVal val="#ppt_h"/>
                                          </p:val>
                                        </p:tav>
                                      </p:tavLst>
                                    </p:anim>
                                    <p:animEffect transition="in" filter="fade">
                                      <p:cBhvr>
                                        <p:cTn id="176" dur="550"/>
                                        <p:tgtEl>
                                          <p:spTgt spid="44"/>
                                        </p:tgtEl>
                                      </p:cBhvr>
                                    </p:animEffect>
                                  </p:childTnLst>
                                </p:cTn>
                              </p:par>
                              <p:par>
                                <p:cTn id="178" presetID="53" presetClass="entr" presetSubtype="16" fill="hold" grpId="0" nodeType="withEffect">
                                  <p:stCondLst>
                                    <p:cond delay="1430"/>
                                  </p:stCondLst>
                                  <p:childTnLst>
                                    <p:set>
                                      <p:cBhvr>
                                        <p:cTn id="177" dur="1" fill="hold">
                                          <p:stCondLst>
                                            <p:cond delay="0"/>
                                          </p:stCondLst>
                                        </p:cTn>
                                        <p:tgtEl>
                                          <p:spTgt spid="45"/>
                                        </p:tgtEl>
                                        <p:attrNameLst>
                                          <p:attrName>style.visibility</p:attrName>
                                        </p:attrNameLst>
                                      </p:cBhvr>
                                      <p:to>
                                        <p:strVal val="visible"/>
                                      </p:to>
                                    </p:set>
                                    <p:anim calcmode="lin" valueType="num">
                                      <p:cBhvr>
                                        <p:cTn id="179" dur="550" fill="hold"/>
                                        <p:tgtEl>
                                          <p:spTgt spid="45"/>
                                        </p:tgtEl>
                                        <p:attrNameLst>
                                          <p:attrName>ppt_w</p:attrName>
                                        </p:attrNameLst>
                                      </p:cBhvr>
                                      <p:tavLst>
                                        <p:tav tm="0">
                                          <p:val>
                                            <p:strVal val="0"/>
                                          </p:val>
                                        </p:tav>
                                        <p:tav tm="100000">
                                          <p:val>
                                            <p:strVal val="#ppt_w"/>
                                          </p:val>
                                        </p:tav>
                                      </p:tavLst>
                                    </p:anim>
                                    <p:anim calcmode="lin" valueType="num">
                                      <p:cBhvr>
                                        <p:cTn id="180" dur="550" fill="hold"/>
                                        <p:tgtEl>
                                          <p:spTgt spid="45"/>
                                        </p:tgtEl>
                                        <p:attrNameLst>
                                          <p:attrName>ppt_h</p:attrName>
                                        </p:attrNameLst>
                                      </p:cBhvr>
                                      <p:tavLst>
                                        <p:tav tm="0">
                                          <p:val>
                                            <p:strVal val="0"/>
                                          </p:val>
                                        </p:tav>
                                        <p:tav tm="100000">
                                          <p:val>
                                            <p:strVal val="#ppt_h"/>
                                          </p:val>
                                        </p:tav>
                                      </p:tavLst>
                                    </p:anim>
                                    <p:animEffect transition="in" filter="fade">
                                      <p:cBhvr>
                                        <p:cTn id="181" dur="550"/>
                                        <p:tgtEl>
                                          <p:spTgt spid="45"/>
                                        </p:tgtEl>
                                      </p:cBhvr>
                                    </p:animEffect>
                                  </p:childTnLst>
                                </p:cTn>
                              </p:par>
                              <p:par>
                                <p:cTn id="183" presetID="53" presetClass="entr" presetSubtype="16" fill="hold" grpId="0" nodeType="withEffect">
                                  <p:stCondLst>
                                    <p:cond delay="1430"/>
                                  </p:stCondLst>
                                  <p:childTnLst>
                                    <p:set>
                                      <p:cBhvr>
                                        <p:cTn id="182" dur="1" fill="hold">
                                          <p:stCondLst>
                                            <p:cond delay="0"/>
                                          </p:stCondLst>
                                        </p:cTn>
                                        <p:tgtEl>
                                          <p:spTgt spid="46"/>
                                        </p:tgtEl>
                                        <p:attrNameLst>
                                          <p:attrName>style.visibility</p:attrName>
                                        </p:attrNameLst>
                                      </p:cBhvr>
                                      <p:to>
                                        <p:strVal val="visible"/>
                                      </p:to>
                                    </p:set>
                                    <p:anim calcmode="lin" valueType="num">
                                      <p:cBhvr>
                                        <p:cTn id="184" dur="550" fill="hold"/>
                                        <p:tgtEl>
                                          <p:spTgt spid="46"/>
                                        </p:tgtEl>
                                        <p:attrNameLst>
                                          <p:attrName>ppt_w</p:attrName>
                                        </p:attrNameLst>
                                      </p:cBhvr>
                                      <p:tavLst>
                                        <p:tav tm="0">
                                          <p:val>
                                            <p:strVal val="0"/>
                                          </p:val>
                                        </p:tav>
                                        <p:tav tm="100000">
                                          <p:val>
                                            <p:strVal val="#ppt_w"/>
                                          </p:val>
                                        </p:tav>
                                      </p:tavLst>
                                    </p:anim>
                                    <p:anim calcmode="lin" valueType="num">
                                      <p:cBhvr>
                                        <p:cTn id="185" dur="550" fill="hold"/>
                                        <p:tgtEl>
                                          <p:spTgt spid="46"/>
                                        </p:tgtEl>
                                        <p:attrNameLst>
                                          <p:attrName>ppt_h</p:attrName>
                                        </p:attrNameLst>
                                      </p:cBhvr>
                                      <p:tavLst>
                                        <p:tav tm="0">
                                          <p:val>
                                            <p:strVal val="0"/>
                                          </p:val>
                                        </p:tav>
                                        <p:tav tm="100000">
                                          <p:val>
                                            <p:strVal val="#ppt_h"/>
                                          </p:val>
                                        </p:tav>
                                      </p:tavLst>
                                    </p:anim>
                                    <p:animEffect transition="in" filter="fade">
                                      <p:cBhvr>
                                        <p:cTn id="186" dur="550"/>
                                        <p:tgtEl>
                                          <p:spTgt spid="46"/>
                                        </p:tgtEl>
                                      </p:cBhvr>
                                    </p:animEffect>
                                  </p:childTnLst>
                                </p:cTn>
                              </p:par>
                              <p:par>
                                <p:cTn id="188" presetID="53" presetClass="entr" presetSubtype="16" fill="hold" grpId="0" nodeType="withEffect">
                                  <p:stCondLst>
                                    <p:cond delay="1430"/>
                                  </p:stCondLst>
                                  <p:childTnLst>
                                    <p:set>
                                      <p:cBhvr>
                                        <p:cTn id="187" dur="1" fill="hold">
                                          <p:stCondLst>
                                            <p:cond delay="0"/>
                                          </p:stCondLst>
                                        </p:cTn>
                                        <p:tgtEl>
                                          <p:spTgt spid="47"/>
                                        </p:tgtEl>
                                        <p:attrNameLst>
                                          <p:attrName>style.visibility</p:attrName>
                                        </p:attrNameLst>
                                      </p:cBhvr>
                                      <p:to>
                                        <p:strVal val="visible"/>
                                      </p:to>
                                    </p:set>
                                    <p:anim calcmode="lin" valueType="num">
                                      <p:cBhvr>
                                        <p:cTn id="189" dur="550" fill="hold"/>
                                        <p:tgtEl>
                                          <p:spTgt spid="47"/>
                                        </p:tgtEl>
                                        <p:attrNameLst>
                                          <p:attrName>ppt_w</p:attrName>
                                        </p:attrNameLst>
                                      </p:cBhvr>
                                      <p:tavLst>
                                        <p:tav tm="0">
                                          <p:val>
                                            <p:strVal val="0"/>
                                          </p:val>
                                        </p:tav>
                                        <p:tav tm="100000">
                                          <p:val>
                                            <p:strVal val="#ppt_w"/>
                                          </p:val>
                                        </p:tav>
                                      </p:tavLst>
                                    </p:anim>
                                    <p:anim calcmode="lin" valueType="num">
                                      <p:cBhvr>
                                        <p:cTn id="190" dur="550" fill="hold"/>
                                        <p:tgtEl>
                                          <p:spTgt spid="47"/>
                                        </p:tgtEl>
                                        <p:attrNameLst>
                                          <p:attrName>ppt_h</p:attrName>
                                        </p:attrNameLst>
                                      </p:cBhvr>
                                      <p:tavLst>
                                        <p:tav tm="0">
                                          <p:val>
                                            <p:strVal val="0"/>
                                          </p:val>
                                        </p:tav>
                                        <p:tav tm="100000">
                                          <p:val>
                                            <p:strVal val="#ppt_h"/>
                                          </p:val>
                                        </p:tav>
                                      </p:tavLst>
                                    </p:anim>
                                    <p:animEffect transition="in" filter="fade">
                                      <p:cBhvr>
                                        <p:cTn id="191" dur="550"/>
                                        <p:tgtEl>
                                          <p:spTgt spid="47"/>
                                        </p:tgtEl>
                                      </p:cBhvr>
                                    </p:animEffect>
                                  </p:childTnLst>
                                </p:cTn>
                              </p:par>
                              <p:par>
                                <p:cTn id="193" presetID="22" presetClass="entr" presetSubtype="8" fill="hold" grpId="0" nodeType="withEffect">
                                  <p:stCondLst>
                                    <p:cond delay="1430"/>
                                  </p:stCondLst>
                                  <p:childTnLst>
                                    <p:set>
                                      <p:cBhvr>
                                        <p:cTn id="192" dur="1" fill="hold">
                                          <p:stCondLst>
                                            <p:cond delay="0"/>
                                          </p:stCondLst>
                                        </p:cTn>
                                        <p:tgtEl>
                                          <p:spTgt spid="48"/>
                                        </p:tgtEl>
                                        <p:attrNameLst>
                                          <p:attrName>style.visibility</p:attrName>
                                        </p:attrNameLst>
                                      </p:cBhvr>
                                      <p:to>
                                        <p:strVal val="visible"/>
                                      </p:to>
                                    </p:set>
                                    <p:animEffect transition="in" filter="wipe(left)">
                                      <p:cBhvr>
                                        <p:cTn id="194" dur="600"/>
                                        <p:tgtEl>
                                          <p:spTgt spid="48"/>
                                        </p:tgtEl>
                                      </p:cBhvr>
                                    </p:animEffect>
                                  </p:childTnLst>
                                </p:cTn>
                              </p:par>
                              <p:par>
                                <p:cTn id="196" presetID="53" presetClass="entr" presetSubtype="16" fill="hold" grpId="0" nodeType="withEffect">
                                  <p:stCondLst>
                                    <p:cond delay="1590"/>
                                  </p:stCondLst>
                                  <p:childTnLst>
                                    <p:set>
                                      <p:cBhvr>
                                        <p:cTn id="195" dur="1" fill="hold">
                                          <p:stCondLst>
                                            <p:cond delay="0"/>
                                          </p:stCondLst>
                                        </p:cTn>
                                        <p:tgtEl>
                                          <p:spTgt spid="49"/>
                                        </p:tgtEl>
                                        <p:attrNameLst>
                                          <p:attrName>style.visibility</p:attrName>
                                        </p:attrNameLst>
                                      </p:cBhvr>
                                      <p:to>
                                        <p:strVal val="visible"/>
                                      </p:to>
                                    </p:set>
                                    <p:anim calcmode="lin" valueType="num">
                                      <p:cBhvr>
                                        <p:cTn id="197" dur="550" fill="hold"/>
                                        <p:tgtEl>
                                          <p:spTgt spid="49"/>
                                        </p:tgtEl>
                                        <p:attrNameLst>
                                          <p:attrName>ppt_w</p:attrName>
                                        </p:attrNameLst>
                                      </p:cBhvr>
                                      <p:tavLst>
                                        <p:tav tm="0">
                                          <p:val>
                                            <p:strVal val="0"/>
                                          </p:val>
                                        </p:tav>
                                        <p:tav tm="100000">
                                          <p:val>
                                            <p:strVal val="#ppt_w"/>
                                          </p:val>
                                        </p:tav>
                                      </p:tavLst>
                                    </p:anim>
                                    <p:anim calcmode="lin" valueType="num">
                                      <p:cBhvr>
                                        <p:cTn id="198" dur="550" fill="hold"/>
                                        <p:tgtEl>
                                          <p:spTgt spid="49"/>
                                        </p:tgtEl>
                                        <p:attrNameLst>
                                          <p:attrName>ppt_h</p:attrName>
                                        </p:attrNameLst>
                                      </p:cBhvr>
                                      <p:tavLst>
                                        <p:tav tm="0">
                                          <p:val>
                                            <p:strVal val="0"/>
                                          </p:val>
                                        </p:tav>
                                        <p:tav tm="100000">
                                          <p:val>
                                            <p:strVal val="#ppt_h"/>
                                          </p:val>
                                        </p:tav>
                                      </p:tavLst>
                                    </p:anim>
                                    <p:animEffect transition="in" filter="fade">
                                      <p:cBhvr>
                                        <p:cTn id="199" dur="550"/>
                                        <p:tgtEl>
                                          <p:spTgt spid="49"/>
                                        </p:tgtEl>
                                      </p:cBhvr>
                                    </p:animEffect>
                                  </p:childTnLst>
                                </p:cTn>
                              </p:par>
                              <p:par>
                                <p:cTn id="201" presetID="53" presetClass="entr" presetSubtype="16" fill="hold" grpId="0" nodeType="withEffect">
                                  <p:stCondLst>
                                    <p:cond delay="1590"/>
                                  </p:stCondLst>
                                  <p:childTnLst>
                                    <p:set>
                                      <p:cBhvr>
                                        <p:cTn id="200" dur="1" fill="hold">
                                          <p:stCondLst>
                                            <p:cond delay="0"/>
                                          </p:stCondLst>
                                        </p:cTn>
                                        <p:tgtEl>
                                          <p:spTgt spid="50"/>
                                        </p:tgtEl>
                                        <p:attrNameLst>
                                          <p:attrName>style.visibility</p:attrName>
                                        </p:attrNameLst>
                                      </p:cBhvr>
                                      <p:to>
                                        <p:strVal val="visible"/>
                                      </p:to>
                                    </p:set>
                                    <p:anim calcmode="lin" valueType="num">
                                      <p:cBhvr>
                                        <p:cTn id="202" dur="550" fill="hold"/>
                                        <p:tgtEl>
                                          <p:spTgt spid="50"/>
                                        </p:tgtEl>
                                        <p:attrNameLst>
                                          <p:attrName>ppt_w</p:attrName>
                                        </p:attrNameLst>
                                      </p:cBhvr>
                                      <p:tavLst>
                                        <p:tav tm="0">
                                          <p:val>
                                            <p:strVal val="0"/>
                                          </p:val>
                                        </p:tav>
                                        <p:tav tm="100000">
                                          <p:val>
                                            <p:strVal val="#ppt_w"/>
                                          </p:val>
                                        </p:tav>
                                      </p:tavLst>
                                    </p:anim>
                                    <p:anim calcmode="lin" valueType="num">
                                      <p:cBhvr>
                                        <p:cTn id="203" dur="550" fill="hold"/>
                                        <p:tgtEl>
                                          <p:spTgt spid="50"/>
                                        </p:tgtEl>
                                        <p:attrNameLst>
                                          <p:attrName>ppt_h</p:attrName>
                                        </p:attrNameLst>
                                      </p:cBhvr>
                                      <p:tavLst>
                                        <p:tav tm="0">
                                          <p:val>
                                            <p:strVal val="0"/>
                                          </p:val>
                                        </p:tav>
                                        <p:tav tm="100000">
                                          <p:val>
                                            <p:strVal val="#ppt_h"/>
                                          </p:val>
                                        </p:tav>
                                      </p:tavLst>
                                    </p:anim>
                                    <p:animEffect transition="in" filter="fade">
                                      <p:cBhvr>
                                        <p:cTn id="204" dur="550"/>
                                        <p:tgtEl>
                                          <p:spTgt spid="50"/>
                                        </p:tgtEl>
                                      </p:cBhvr>
                                    </p:animEffect>
                                  </p:childTnLst>
                                </p:cTn>
                              </p:par>
                              <p:par>
                                <p:cTn id="206" presetID="53" presetClass="entr" presetSubtype="16" fill="hold" grpId="0" nodeType="withEffect">
                                  <p:stCondLst>
                                    <p:cond delay="1590"/>
                                  </p:stCondLst>
                                  <p:childTnLst>
                                    <p:set>
                                      <p:cBhvr>
                                        <p:cTn id="205" dur="1" fill="hold">
                                          <p:stCondLst>
                                            <p:cond delay="0"/>
                                          </p:stCondLst>
                                        </p:cTn>
                                        <p:tgtEl>
                                          <p:spTgt spid="51"/>
                                        </p:tgtEl>
                                        <p:attrNameLst>
                                          <p:attrName>style.visibility</p:attrName>
                                        </p:attrNameLst>
                                      </p:cBhvr>
                                      <p:to>
                                        <p:strVal val="visible"/>
                                      </p:to>
                                    </p:set>
                                    <p:anim calcmode="lin" valueType="num">
                                      <p:cBhvr>
                                        <p:cTn id="207" dur="550" fill="hold"/>
                                        <p:tgtEl>
                                          <p:spTgt spid="51"/>
                                        </p:tgtEl>
                                        <p:attrNameLst>
                                          <p:attrName>ppt_w</p:attrName>
                                        </p:attrNameLst>
                                      </p:cBhvr>
                                      <p:tavLst>
                                        <p:tav tm="0">
                                          <p:val>
                                            <p:strVal val="0"/>
                                          </p:val>
                                        </p:tav>
                                        <p:tav tm="100000">
                                          <p:val>
                                            <p:strVal val="#ppt_w"/>
                                          </p:val>
                                        </p:tav>
                                      </p:tavLst>
                                    </p:anim>
                                    <p:anim calcmode="lin" valueType="num">
                                      <p:cBhvr>
                                        <p:cTn id="208" dur="550" fill="hold"/>
                                        <p:tgtEl>
                                          <p:spTgt spid="51"/>
                                        </p:tgtEl>
                                        <p:attrNameLst>
                                          <p:attrName>ppt_h</p:attrName>
                                        </p:attrNameLst>
                                      </p:cBhvr>
                                      <p:tavLst>
                                        <p:tav tm="0">
                                          <p:val>
                                            <p:strVal val="0"/>
                                          </p:val>
                                        </p:tav>
                                        <p:tav tm="100000">
                                          <p:val>
                                            <p:strVal val="#ppt_h"/>
                                          </p:val>
                                        </p:tav>
                                      </p:tavLst>
                                    </p:anim>
                                    <p:animEffect transition="in" filter="fade">
                                      <p:cBhvr>
                                        <p:cTn id="209" dur="550"/>
                                        <p:tgtEl>
                                          <p:spTgt spid="51"/>
                                        </p:tgtEl>
                                      </p:cBhvr>
                                    </p:animEffect>
                                  </p:childTnLst>
                                </p:cTn>
                              </p:par>
                              <p:par>
                                <p:cTn id="211" presetID="53" presetClass="entr" presetSubtype="16" fill="hold" grpId="0" nodeType="withEffect">
                                  <p:stCondLst>
                                    <p:cond delay="1590"/>
                                  </p:stCondLst>
                                  <p:childTnLst>
                                    <p:set>
                                      <p:cBhvr>
                                        <p:cTn id="210" dur="1" fill="hold">
                                          <p:stCondLst>
                                            <p:cond delay="0"/>
                                          </p:stCondLst>
                                        </p:cTn>
                                        <p:tgtEl>
                                          <p:spTgt spid="52"/>
                                        </p:tgtEl>
                                        <p:attrNameLst>
                                          <p:attrName>style.visibility</p:attrName>
                                        </p:attrNameLst>
                                      </p:cBhvr>
                                      <p:to>
                                        <p:strVal val="visible"/>
                                      </p:to>
                                    </p:set>
                                    <p:anim calcmode="lin" valueType="num">
                                      <p:cBhvr>
                                        <p:cTn id="212" dur="550" fill="hold"/>
                                        <p:tgtEl>
                                          <p:spTgt spid="52"/>
                                        </p:tgtEl>
                                        <p:attrNameLst>
                                          <p:attrName>ppt_w</p:attrName>
                                        </p:attrNameLst>
                                      </p:cBhvr>
                                      <p:tavLst>
                                        <p:tav tm="0">
                                          <p:val>
                                            <p:strVal val="0"/>
                                          </p:val>
                                        </p:tav>
                                        <p:tav tm="100000">
                                          <p:val>
                                            <p:strVal val="#ppt_w"/>
                                          </p:val>
                                        </p:tav>
                                      </p:tavLst>
                                    </p:anim>
                                    <p:anim calcmode="lin" valueType="num">
                                      <p:cBhvr>
                                        <p:cTn id="213" dur="550" fill="hold"/>
                                        <p:tgtEl>
                                          <p:spTgt spid="52"/>
                                        </p:tgtEl>
                                        <p:attrNameLst>
                                          <p:attrName>ppt_h</p:attrName>
                                        </p:attrNameLst>
                                      </p:cBhvr>
                                      <p:tavLst>
                                        <p:tav tm="0">
                                          <p:val>
                                            <p:strVal val="0"/>
                                          </p:val>
                                        </p:tav>
                                        <p:tav tm="100000">
                                          <p:val>
                                            <p:strVal val="#ppt_h"/>
                                          </p:val>
                                        </p:tav>
                                      </p:tavLst>
                                    </p:anim>
                                    <p:animEffect transition="in" filter="fade">
                                      <p:cBhvr>
                                        <p:cTn id="214" dur="550"/>
                                        <p:tgtEl>
                                          <p:spTgt spid="52"/>
                                        </p:tgtEl>
                                      </p:cBhvr>
                                    </p:animEffect>
                                  </p:childTnLst>
                                </p:cTn>
                              </p:par>
                              <p:par>
                                <p:cTn id="216" presetID="22" presetClass="entr" presetSubtype="8" fill="hold" grpId="0" nodeType="withEffect">
                                  <p:stCondLst>
                                    <p:cond delay="1590"/>
                                  </p:stCondLst>
                                  <p:childTnLst>
                                    <p:set>
                                      <p:cBhvr>
                                        <p:cTn id="215" dur="1" fill="hold">
                                          <p:stCondLst>
                                            <p:cond delay="0"/>
                                          </p:stCondLst>
                                        </p:cTn>
                                        <p:tgtEl>
                                          <p:spTgt spid="53"/>
                                        </p:tgtEl>
                                        <p:attrNameLst>
                                          <p:attrName>style.visibility</p:attrName>
                                        </p:attrNameLst>
                                      </p:cBhvr>
                                      <p:to>
                                        <p:strVal val="visible"/>
                                      </p:to>
                                    </p:set>
                                    <p:animEffect transition="in" filter="wipe(left)">
                                      <p:cBhvr>
                                        <p:cTn id="217" dur="600"/>
                                        <p:tgtEl>
                                          <p:spTgt spid="53"/>
                                        </p:tgtEl>
                                      </p:cBhvr>
                                    </p:animEffect>
                                  </p:childTnLst>
                                </p:cTn>
                              </p:par>
                              <p:par>
                                <p:cTn id="219" presetID="53" presetClass="entr" presetSubtype="16" fill="hold" grpId="0" nodeType="withEffect">
                                  <p:stCondLst>
                                    <p:cond delay="1750"/>
                                  </p:stCondLst>
                                  <p:childTnLst>
                                    <p:set>
                                      <p:cBhvr>
                                        <p:cTn id="218" dur="1" fill="hold">
                                          <p:stCondLst>
                                            <p:cond delay="0"/>
                                          </p:stCondLst>
                                        </p:cTn>
                                        <p:tgtEl>
                                          <p:spTgt spid="54"/>
                                        </p:tgtEl>
                                        <p:attrNameLst>
                                          <p:attrName>style.visibility</p:attrName>
                                        </p:attrNameLst>
                                      </p:cBhvr>
                                      <p:to>
                                        <p:strVal val="visible"/>
                                      </p:to>
                                    </p:set>
                                    <p:anim calcmode="lin" valueType="num">
                                      <p:cBhvr>
                                        <p:cTn id="220" dur="550" fill="hold"/>
                                        <p:tgtEl>
                                          <p:spTgt spid="54"/>
                                        </p:tgtEl>
                                        <p:attrNameLst>
                                          <p:attrName>ppt_w</p:attrName>
                                        </p:attrNameLst>
                                      </p:cBhvr>
                                      <p:tavLst>
                                        <p:tav tm="0">
                                          <p:val>
                                            <p:strVal val="0"/>
                                          </p:val>
                                        </p:tav>
                                        <p:tav tm="100000">
                                          <p:val>
                                            <p:strVal val="#ppt_w"/>
                                          </p:val>
                                        </p:tav>
                                      </p:tavLst>
                                    </p:anim>
                                    <p:anim calcmode="lin" valueType="num">
                                      <p:cBhvr>
                                        <p:cTn id="221" dur="550" fill="hold"/>
                                        <p:tgtEl>
                                          <p:spTgt spid="54"/>
                                        </p:tgtEl>
                                        <p:attrNameLst>
                                          <p:attrName>ppt_h</p:attrName>
                                        </p:attrNameLst>
                                      </p:cBhvr>
                                      <p:tavLst>
                                        <p:tav tm="0">
                                          <p:val>
                                            <p:strVal val="0"/>
                                          </p:val>
                                        </p:tav>
                                        <p:tav tm="100000">
                                          <p:val>
                                            <p:strVal val="#ppt_h"/>
                                          </p:val>
                                        </p:tav>
                                      </p:tavLst>
                                    </p:anim>
                                    <p:animEffect transition="in" filter="fade">
                                      <p:cBhvr>
                                        <p:cTn id="222" dur="550"/>
                                        <p:tgtEl>
                                          <p:spTgt spid="54"/>
                                        </p:tgtEl>
                                      </p:cBhvr>
                                    </p:animEffect>
                                  </p:childTnLst>
                                </p:cTn>
                              </p:par>
                              <p:par>
                                <p:cTn id="224" presetID="53" presetClass="entr" presetSubtype="16" fill="hold" grpId="0" nodeType="withEffect">
                                  <p:stCondLst>
                                    <p:cond delay="1750"/>
                                  </p:stCondLst>
                                  <p:childTnLst>
                                    <p:set>
                                      <p:cBhvr>
                                        <p:cTn id="223" dur="1" fill="hold">
                                          <p:stCondLst>
                                            <p:cond delay="0"/>
                                          </p:stCondLst>
                                        </p:cTn>
                                        <p:tgtEl>
                                          <p:spTgt spid="55"/>
                                        </p:tgtEl>
                                        <p:attrNameLst>
                                          <p:attrName>style.visibility</p:attrName>
                                        </p:attrNameLst>
                                      </p:cBhvr>
                                      <p:to>
                                        <p:strVal val="visible"/>
                                      </p:to>
                                    </p:set>
                                    <p:anim calcmode="lin" valueType="num">
                                      <p:cBhvr>
                                        <p:cTn id="225" dur="550" fill="hold"/>
                                        <p:tgtEl>
                                          <p:spTgt spid="55"/>
                                        </p:tgtEl>
                                        <p:attrNameLst>
                                          <p:attrName>ppt_w</p:attrName>
                                        </p:attrNameLst>
                                      </p:cBhvr>
                                      <p:tavLst>
                                        <p:tav tm="0">
                                          <p:val>
                                            <p:strVal val="0"/>
                                          </p:val>
                                        </p:tav>
                                        <p:tav tm="100000">
                                          <p:val>
                                            <p:strVal val="#ppt_w"/>
                                          </p:val>
                                        </p:tav>
                                      </p:tavLst>
                                    </p:anim>
                                    <p:anim calcmode="lin" valueType="num">
                                      <p:cBhvr>
                                        <p:cTn id="226" dur="550" fill="hold"/>
                                        <p:tgtEl>
                                          <p:spTgt spid="55"/>
                                        </p:tgtEl>
                                        <p:attrNameLst>
                                          <p:attrName>ppt_h</p:attrName>
                                        </p:attrNameLst>
                                      </p:cBhvr>
                                      <p:tavLst>
                                        <p:tav tm="0">
                                          <p:val>
                                            <p:strVal val="0"/>
                                          </p:val>
                                        </p:tav>
                                        <p:tav tm="100000">
                                          <p:val>
                                            <p:strVal val="#ppt_h"/>
                                          </p:val>
                                        </p:tav>
                                      </p:tavLst>
                                    </p:anim>
                                    <p:animEffect transition="in" filter="fade">
                                      <p:cBhvr>
                                        <p:cTn id="227" dur="550"/>
                                        <p:tgtEl>
                                          <p:spTgt spid="55"/>
                                        </p:tgtEl>
                                      </p:cBhvr>
                                    </p:animEffect>
                                  </p:childTnLst>
                                </p:cTn>
                              </p:par>
                              <p:par>
                                <p:cTn id="229" presetID="53" presetClass="entr" presetSubtype="16" fill="hold" grpId="0" nodeType="withEffect">
                                  <p:stCondLst>
                                    <p:cond delay="1750"/>
                                  </p:stCondLst>
                                  <p:childTnLst>
                                    <p:set>
                                      <p:cBhvr>
                                        <p:cTn id="228" dur="1" fill="hold">
                                          <p:stCondLst>
                                            <p:cond delay="0"/>
                                          </p:stCondLst>
                                        </p:cTn>
                                        <p:tgtEl>
                                          <p:spTgt spid="56"/>
                                        </p:tgtEl>
                                        <p:attrNameLst>
                                          <p:attrName>style.visibility</p:attrName>
                                        </p:attrNameLst>
                                      </p:cBhvr>
                                      <p:to>
                                        <p:strVal val="visible"/>
                                      </p:to>
                                    </p:set>
                                    <p:anim calcmode="lin" valueType="num">
                                      <p:cBhvr>
                                        <p:cTn id="230" dur="550" fill="hold"/>
                                        <p:tgtEl>
                                          <p:spTgt spid="56"/>
                                        </p:tgtEl>
                                        <p:attrNameLst>
                                          <p:attrName>ppt_w</p:attrName>
                                        </p:attrNameLst>
                                      </p:cBhvr>
                                      <p:tavLst>
                                        <p:tav tm="0">
                                          <p:val>
                                            <p:strVal val="0"/>
                                          </p:val>
                                        </p:tav>
                                        <p:tav tm="100000">
                                          <p:val>
                                            <p:strVal val="#ppt_w"/>
                                          </p:val>
                                        </p:tav>
                                      </p:tavLst>
                                    </p:anim>
                                    <p:anim calcmode="lin" valueType="num">
                                      <p:cBhvr>
                                        <p:cTn id="231" dur="550" fill="hold"/>
                                        <p:tgtEl>
                                          <p:spTgt spid="56"/>
                                        </p:tgtEl>
                                        <p:attrNameLst>
                                          <p:attrName>ppt_h</p:attrName>
                                        </p:attrNameLst>
                                      </p:cBhvr>
                                      <p:tavLst>
                                        <p:tav tm="0">
                                          <p:val>
                                            <p:strVal val="0"/>
                                          </p:val>
                                        </p:tav>
                                        <p:tav tm="100000">
                                          <p:val>
                                            <p:strVal val="#ppt_h"/>
                                          </p:val>
                                        </p:tav>
                                      </p:tavLst>
                                    </p:anim>
                                    <p:animEffect transition="in" filter="fade">
                                      <p:cBhvr>
                                        <p:cTn id="232" dur="550"/>
                                        <p:tgtEl>
                                          <p:spTgt spid="56"/>
                                        </p:tgtEl>
                                      </p:cBhvr>
                                    </p:animEffect>
                                  </p:childTnLst>
                                </p:cTn>
                              </p:par>
                              <p:par>
                                <p:cTn id="234" presetID="53" presetClass="entr" presetSubtype="16" fill="hold" grpId="0" nodeType="withEffect">
                                  <p:stCondLst>
                                    <p:cond delay="1750"/>
                                  </p:stCondLst>
                                  <p:childTnLst>
                                    <p:set>
                                      <p:cBhvr>
                                        <p:cTn id="233" dur="1" fill="hold">
                                          <p:stCondLst>
                                            <p:cond delay="0"/>
                                          </p:stCondLst>
                                        </p:cTn>
                                        <p:tgtEl>
                                          <p:spTgt spid="57"/>
                                        </p:tgtEl>
                                        <p:attrNameLst>
                                          <p:attrName>style.visibility</p:attrName>
                                        </p:attrNameLst>
                                      </p:cBhvr>
                                      <p:to>
                                        <p:strVal val="visible"/>
                                      </p:to>
                                    </p:set>
                                    <p:anim calcmode="lin" valueType="num">
                                      <p:cBhvr>
                                        <p:cTn id="235" dur="550" fill="hold"/>
                                        <p:tgtEl>
                                          <p:spTgt spid="57"/>
                                        </p:tgtEl>
                                        <p:attrNameLst>
                                          <p:attrName>ppt_w</p:attrName>
                                        </p:attrNameLst>
                                      </p:cBhvr>
                                      <p:tavLst>
                                        <p:tav tm="0">
                                          <p:val>
                                            <p:strVal val="0"/>
                                          </p:val>
                                        </p:tav>
                                        <p:tav tm="100000">
                                          <p:val>
                                            <p:strVal val="#ppt_w"/>
                                          </p:val>
                                        </p:tav>
                                      </p:tavLst>
                                    </p:anim>
                                    <p:anim calcmode="lin" valueType="num">
                                      <p:cBhvr>
                                        <p:cTn id="236" dur="550" fill="hold"/>
                                        <p:tgtEl>
                                          <p:spTgt spid="57"/>
                                        </p:tgtEl>
                                        <p:attrNameLst>
                                          <p:attrName>ppt_h</p:attrName>
                                        </p:attrNameLst>
                                      </p:cBhvr>
                                      <p:tavLst>
                                        <p:tav tm="0">
                                          <p:val>
                                            <p:strVal val="0"/>
                                          </p:val>
                                        </p:tav>
                                        <p:tav tm="100000">
                                          <p:val>
                                            <p:strVal val="#ppt_h"/>
                                          </p:val>
                                        </p:tav>
                                      </p:tavLst>
                                    </p:anim>
                                    <p:animEffect transition="in" filter="fade">
                                      <p:cBhvr>
                                        <p:cTn id="237" dur="55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59935" y="-1301085"/>
            <a:ext cx="5422113" cy="5422113"/>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692381" y="170804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03554" y="3456416"/>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BPMN Diagram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BPMN MODEL</a:t>
            </a:r>
            <a:endParaRPr lang="en-US" sz="1300" dirty="0"/>
          </a:p>
        </p:txBody>
      </p:sp>
      <p:pic>
        <p:nvPicPr>
          <p:cNvPr id="8" name="tv|zoom|1|~shot" descr="BPMN swimlane diagram with lanes for Student, TrustVault System, Faculty and Administrator, showing upload, automatic checks, ledger, faculty request, consent and one-time access">    </p:cNvPr>
          <p:cNvPicPr>
            <a:picLocks noChangeAspect="1"/>
          </p:cNvPicPr>
          <p:nvPr/>
        </p:nvPicPr>
        <p:blipFill>
          <a:blip r:embed="rId4"/>
          <a:stretch>
            <a:fillRect/>
          </a:stretch>
        </p:blipFill>
        <p:spPr>
          <a:xfrm>
            <a:off x="795528" y="1481328"/>
            <a:ext cx="10607040" cy="4773168"/>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6133" y="-1015957"/>
            <a:ext cx="4722678" cy="4722678"/>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42576" y="914414"/>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006289" y="3515718"/>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THE INTERFACE  ·  PUBLIC PAGES  ·  1 OF 4</a:t>
            </a:r>
            <a:endParaRPr lang="en-US" sz="1300" dirty="0"/>
          </a:p>
        </p:txBody>
      </p:sp>
      <p:pic>
        <p:nvPicPr>
          <p:cNvPr id="8" name="tv|rise|1|~shot" descr="Main page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EEFBFF"/>
                </a:solidFill>
              </a:rPr>
              <a:t>Main page  </a:t>
            </a:r>
            <a:pPr indent="0" marL="0">
              <a:buNone/>
            </a:pPr>
            <a:r>
              <a:rPr lang="en-US" sz="1300" dirty="0">
                <a:solidFill>
                  <a:srgbClr val="9FC4CF"/>
                </a:solidFill>
              </a:rPr>
              <a:t>live 3D vault, kinetic headline and every check explained</a:t>
            </a:r>
            <a:endParaRPr lang="en-US" sz="1300" dirty="0"/>
          </a:p>
        </p:txBody>
      </p:sp>
      <p:pic>
        <p:nvPicPr>
          <p:cNvPr id="10" name="tv|rise|2|~shot" descr="Sign-in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EEFBFF"/>
                </a:solidFill>
              </a:rPr>
              <a:t>Sign-in  </a:t>
            </a:r>
            <a:pPr indent="0" marL="0">
              <a:buNone/>
            </a:pPr>
            <a:r>
              <a:rPr lang="en-US" sz="1100" dirty="0">
                <a:solidFill>
                  <a:srgbClr val="9FC4CF"/>
                </a:solidFill>
              </a:rPr>
              <a:t>student, faculty and admin tabs</a:t>
            </a:r>
            <a:endParaRPr lang="en-US" sz="1100" dirty="0"/>
          </a:p>
        </p:txBody>
      </p:sp>
      <p:pic>
        <p:nvPicPr>
          <p:cNvPr id="12" name="tv|rise|3|~shot" descr="Sign-up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EEFBFF"/>
                </a:solidFill>
              </a:rPr>
              <a:t>Sign-up  </a:t>
            </a:r>
            <a:pPr indent="0" marL="0">
              <a:buNone/>
            </a:pPr>
            <a:r>
              <a:rPr lang="en-US" sz="1100" dirty="0">
                <a:solidFill>
                  <a:srgbClr val="9FC4CF"/>
                </a:solidFill>
              </a:rPr>
              <a:t>MX roll number check and consent</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733684" y="-2189565"/>
            <a:ext cx="4389127" cy="4389127"/>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144330" y="1719588"/>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634221" y="4209882"/>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THE INTERFACE  ·  STUDENT  ·  2 OF 4</a:t>
            </a:r>
            <a:endParaRPr lang="en-US" sz="1300" dirty="0"/>
          </a:p>
        </p:txBody>
      </p:sp>
      <p:pic>
        <p:nvPicPr>
          <p:cNvPr id="8" name="tv|rise|1|~shot" descr="Student home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EEFBFF"/>
                </a:solidFill>
              </a:rPr>
              <a:t>Student home  </a:t>
            </a:r>
            <a:pPr indent="0" marL="0">
              <a:buNone/>
            </a:pPr>
            <a:r>
              <a:rPr lang="en-US" sz="1300" dirty="0">
                <a:solidFill>
                  <a:srgbClr val="9FC4CF"/>
                </a:solidFill>
              </a:rPr>
              <a:t>vault progress, pending requests and recent activity</a:t>
            </a:r>
            <a:endParaRPr lang="en-US" sz="1300" dirty="0"/>
          </a:p>
        </p:txBody>
      </p:sp>
      <p:pic>
        <p:nvPicPr>
          <p:cNvPr id="10" name="tv|rise|2|~shot" descr="My Documents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EEFBFF"/>
                </a:solidFill>
              </a:rPr>
              <a:t>My Documents  </a:t>
            </a:r>
            <a:pPr indent="0" marL="0">
              <a:buNone/>
            </a:pPr>
            <a:r>
              <a:rPr lang="en-US" sz="1100" dirty="0">
                <a:solidFill>
                  <a:srgbClr val="9FC4CF"/>
                </a:solidFill>
              </a:rPr>
              <a:t>vault with check results</a:t>
            </a:r>
            <a:endParaRPr lang="en-US" sz="1100" dirty="0"/>
          </a:p>
        </p:txBody>
      </p:sp>
      <p:pic>
        <p:nvPicPr>
          <p:cNvPr id="12" name="tv|rise|3|~shot" descr="Access requests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EEFBFF"/>
                </a:solidFill>
              </a:rPr>
              <a:t>Access requests  </a:t>
            </a:r>
            <a:pPr indent="0" marL="0">
              <a:buNone/>
            </a:pPr>
            <a:r>
              <a:rPr lang="en-US" sz="1100" dirty="0">
                <a:solidFill>
                  <a:srgbClr val="9FC4CF"/>
                </a:solidFill>
              </a:rPr>
              <a:t>share all, some or none</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978037" y="-3102571"/>
            <a:ext cx="4728126" cy="4728126"/>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14165" y="324366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088775" y="4900698"/>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THE INTERFACE  ·  STUDENT AND FACULTY  ·  3 OF 4</a:t>
            </a:r>
            <a:endParaRPr lang="en-US" sz="1300" dirty="0"/>
          </a:p>
        </p:txBody>
      </p:sp>
      <p:pic>
        <p:nvPicPr>
          <p:cNvPr id="8" name="tv|rise|1|~shot" descr="Activity log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EEFBFF"/>
                </a:solidFill>
              </a:rPr>
              <a:t>Activity log  </a:t>
            </a:r>
            <a:pPr indent="0" marL="0">
              <a:buNone/>
            </a:pPr>
            <a:r>
              <a:rPr lang="en-US" sz="1300" dirty="0">
                <a:solidFill>
                  <a:srgbClr val="9FC4CF"/>
                </a:solidFill>
              </a:rPr>
              <a:t>every event in the account, with filters and a 14-day chart</a:t>
            </a:r>
            <a:endParaRPr lang="en-US" sz="1300" dirty="0"/>
          </a:p>
        </p:txBody>
      </p:sp>
      <p:pic>
        <p:nvPicPr>
          <p:cNvPr id="10" name="tv|rise|2|~shot" descr="Security &amp; profile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EEFBFF"/>
                </a:solidFill>
              </a:rPr>
              <a:t>Security &amp; profile  </a:t>
            </a:r>
            <a:pPr indent="0" marL="0">
              <a:buNone/>
            </a:pPr>
            <a:r>
              <a:rPr lang="en-US" sz="1100" dirty="0">
                <a:solidFill>
                  <a:srgbClr val="9FC4CF"/>
                </a:solidFill>
              </a:rPr>
              <a:t>score, devices, PIN, 2FA</a:t>
            </a:r>
            <a:endParaRPr lang="en-US" sz="1100" dirty="0"/>
          </a:p>
        </p:txBody>
      </p:sp>
      <p:pic>
        <p:nvPicPr>
          <p:cNvPr id="12" name="tv|rise|3|~shot" descr="Faculty home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EEFBFF"/>
                </a:solidFill>
              </a:rPr>
              <a:t>Faculty home  </a:t>
            </a:r>
            <a:pPr indent="0" marL="0">
              <a:buNone/>
            </a:pPr>
            <a:r>
              <a:rPr lang="en-US" sz="1100" dirty="0">
                <a:solidFill>
                  <a:srgbClr val="9FC4CF"/>
                </a:solidFill>
              </a:rPr>
              <a:t>requests and documents to open</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457490" y="-2417419"/>
            <a:ext cx="5428001" cy="5428001"/>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30647" y="382112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013826" y="4953032"/>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THE INTERFACE  ·  FACULTY AND ADMINISTRATOR  ·  4 OF 4</a:t>
            </a:r>
            <a:endParaRPr lang="en-US" sz="1300" dirty="0"/>
          </a:p>
        </p:txBody>
      </p:sp>
      <p:pic>
        <p:nvPicPr>
          <p:cNvPr id="8" name="tv|rise|1|~shot" descr="Student Records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EEFBFF"/>
                </a:solidFill>
              </a:rPr>
              <a:t>Student Records  </a:t>
            </a:r>
            <a:pPr indent="0" marL="0">
              <a:buNone/>
            </a:pPr>
            <a:r>
              <a:rPr lang="en-US" sz="1300" dirty="0">
                <a:solidFill>
                  <a:srgbClr val="9FC4CF"/>
                </a:solidFill>
              </a:rPr>
              <a:t>pick a batch such as 23MX and ask for documents</a:t>
            </a:r>
            <a:endParaRPr lang="en-US" sz="1300" dirty="0"/>
          </a:p>
        </p:txBody>
      </p:sp>
      <p:pic>
        <p:nvPicPr>
          <p:cNvPr id="10" name="tv|rise|2|~shot" descr="Admin console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EEFBFF"/>
                </a:solidFill>
              </a:rPr>
              <a:t>Admin console  </a:t>
            </a:r>
            <a:pPr indent="0" marL="0">
              <a:buNone/>
            </a:pPr>
            <a:r>
              <a:rPr lang="en-US" sz="1100" dirty="0">
                <a:solidFill>
                  <a:srgbClr val="9FC4CF"/>
                </a:solidFill>
              </a:rPr>
              <a:t>users, requests and charts</a:t>
            </a:r>
            <a:endParaRPr lang="en-US" sz="1100" dirty="0"/>
          </a:p>
        </p:txBody>
      </p:sp>
      <p:pic>
        <p:nvPicPr>
          <p:cNvPr id="12" name="tv|rise|3|~shot" descr="Hash ledger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EEFBFF"/>
                </a:solidFill>
              </a:rPr>
              <a:t>Hash ledger  </a:t>
            </a:r>
            <a:pPr indent="0" marL="0">
              <a:buNone/>
            </a:pPr>
            <a:r>
              <a:rPr lang="en-US" sz="1100" dirty="0">
                <a:solidFill>
                  <a:srgbClr val="9FC4CF"/>
                </a:solidFill>
              </a:rPr>
              <a:t>SHA-256 blocks, integrity check</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13</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565983" y="-1137858"/>
            <a:ext cx="5845289" cy="584528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62276" y="2820914"/>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182889" y="4318769"/>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Motion Graphics in the Interface</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THE INTERFACE  ·  IN MOTION</a:t>
            </a:r>
            <a:endParaRPr lang="en-US" sz="1300" dirty="0"/>
          </a:p>
        </p:txBody>
      </p:sp>
      <p:pic>
        <p:nvPicPr>
          <p:cNvPr id="8" name="tv|zoom|1|~shot" descr="Animated 3D vault orbiting">    </p:cNvPr>
          <p:cNvPicPr>
            <a:picLocks noChangeAspect="1"/>
          </p:cNvPicPr>
          <p:nvPr/>
        </p:nvPicPr>
        <p:blipFill>
          <a:blip r:embed="rId4"/>
          <a:stretch>
            <a:fillRect/>
          </a:stretch>
        </p:blipFill>
        <p:spPr>
          <a:xfrm>
            <a:off x="548640" y="1600200"/>
            <a:ext cx="3456432" cy="2514600"/>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9" name="tv|fade|2|"/>
          <p:cNvSpPr txBox="1"/>
          <p:nvPr/>
        </p:nvSpPr>
        <p:spPr>
          <a:xfrm>
            <a:off x="548640" y="4206240"/>
            <a:ext cx="3456432" cy="274320"/>
          </a:xfrm>
          <a:prstGeom prst="rect">
            <a:avLst/>
          </a:prstGeom>
          <a:noFill/>
          <a:ln/>
        </p:spPr>
        <p:txBody>
          <a:bodyPr wrap="square" lIns="0" tIns="0" rIns="0" bIns="0" rtlCol="0" anchor="t"/>
          <a:lstStyle/>
          <a:p>
            <a:pPr indent="0" marL="0">
              <a:buNone/>
            </a:pPr>
            <a:r>
              <a:rPr lang="en-US" sz="1200" b="1" dirty="0">
                <a:solidFill>
                  <a:srgbClr val="EEFBFF"/>
                </a:solidFill>
              </a:rPr>
              <a:t>3D vault  </a:t>
            </a:r>
            <a:pPr indent="0" marL="0">
              <a:buNone/>
            </a:pPr>
            <a:r>
              <a:rPr lang="en-US" sz="1200" dirty="0">
                <a:solidFill>
                  <a:srgbClr val="9FC4CF"/>
                </a:solidFill>
              </a:rPr>
              <a:t>Three.js, drag to orbit</a:t>
            </a:r>
            <a:endParaRPr lang="en-US" sz="1200" dirty="0"/>
          </a:p>
        </p:txBody>
      </p:sp>
      <p:pic>
        <p:nvPicPr>
          <p:cNvPr id="10" name="tv|zoom|2|~shot" descr="Animated ID card being verified">    </p:cNvPr>
          <p:cNvPicPr>
            <a:picLocks noChangeAspect="1"/>
          </p:cNvPicPr>
          <p:nvPr/>
        </p:nvPicPr>
        <p:blipFill>
          <a:blip r:embed="rId5"/>
          <a:stretch>
            <a:fillRect/>
          </a:stretch>
        </p:blipFill>
        <p:spPr>
          <a:xfrm>
            <a:off x="4279392" y="1600200"/>
            <a:ext cx="4105656" cy="2514600"/>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11" name="tv|fade|3|"/>
          <p:cNvSpPr txBox="1"/>
          <p:nvPr/>
        </p:nvSpPr>
        <p:spPr>
          <a:xfrm>
            <a:off x="4279392" y="4206240"/>
            <a:ext cx="4105656" cy="274320"/>
          </a:xfrm>
          <a:prstGeom prst="rect">
            <a:avLst/>
          </a:prstGeom>
          <a:noFill/>
          <a:ln/>
        </p:spPr>
        <p:txBody>
          <a:bodyPr wrap="square" lIns="0" tIns="0" rIns="0" bIns="0" rtlCol="0" anchor="t"/>
          <a:lstStyle/>
          <a:p>
            <a:pPr indent="0" marL="0">
              <a:buNone/>
            </a:pPr>
            <a:r>
              <a:rPr lang="en-US" sz="1200" b="1" dirty="0">
                <a:solidFill>
                  <a:srgbClr val="EEFBFF"/>
                </a:solidFill>
              </a:rPr>
              <a:t>Hero ID card  </a:t>
            </a:r>
            <a:pPr indent="0" marL="0">
              <a:buNone/>
            </a:pPr>
            <a:r>
              <a:rPr lang="en-US" sz="1200" dirty="0">
                <a:solidFill>
                  <a:srgbClr val="9FC4CF"/>
                </a:solidFill>
              </a:rPr>
              <a:t>each check passes, then Verified</a:t>
            </a:r>
            <a:endParaRPr lang="en-US" sz="1200" dirty="0"/>
          </a:p>
        </p:txBody>
      </p:sp>
      <p:pic>
        <p:nvPicPr>
          <p:cNvPr id="12" name="tv|zoom|4|~shot" descr="Animated headline Every check, one by one">    </p:cNvPr>
          <p:cNvPicPr>
            <a:picLocks noChangeAspect="1"/>
          </p:cNvPicPr>
          <p:nvPr/>
        </p:nvPicPr>
        <p:blipFill>
          <a:blip r:embed="rId6"/>
          <a:stretch>
            <a:fillRect/>
          </a:stretch>
        </p:blipFill>
        <p:spPr>
          <a:xfrm>
            <a:off x="548640" y="4663440"/>
            <a:ext cx="5202936" cy="1463040"/>
          </a:xfrm>
          <a:prstGeom prst="roundRect">
            <a:avLst>
              <a:gd name="adj" fmla="val 3500"/>
            </a:avLst>
          </a:prstGeom>
          <a:ln w="19050">
            <a:gradFill flip="none" rotWithShape="1">
              <a:gsLst>
                <a:gs pos="0">
                  <a:srgbClr val="2EF2B0"/>
                </a:gs>
                <a:gs pos="50000">
                  <a:srgbClr val="19B8FF"/>
                </a:gs>
                <a:gs pos="100000">
                  <a:srgbClr val="7C5CFF"/>
                </a:gs>
              </a:gsLst>
              <a:lin ang="0" scaled="0"/>
            </a:gradFill>
          </a:ln>
          <a:effectLst>
            <a:outerShdw blurRad="304800" dist="0" algn="ctr" rotWithShape="0">
              <a:srgbClr val="19B8FF">
                <a:alpha val="40000"/>
              </a:srgbClr>
            </a:outerShdw>
          </a:effectLst>
        </p:spPr>
      </p:pic>
      <p:sp>
        <p:nvSpPr>
          <p:cNvPr id="13" name="tv|fade|5|"/>
          <p:cNvSpPr txBox="1"/>
          <p:nvPr/>
        </p:nvSpPr>
        <p:spPr>
          <a:xfrm>
            <a:off x="6035040" y="5074920"/>
            <a:ext cx="5577840" cy="640080"/>
          </a:xfrm>
          <a:prstGeom prst="rect">
            <a:avLst/>
          </a:prstGeom>
          <a:noFill/>
          <a:ln/>
        </p:spPr>
        <p:txBody>
          <a:bodyPr wrap="square" lIns="0" tIns="0" rIns="0" bIns="0" rtlCol="0" anchor="ctr"/>
          <a:lstStyle/>
          <a:p>
            <a:pPr indent="0" marL="0">
              <a:buNone/>
            </a:pPr>
            <a:r>
              <a:rPr lang="en-US" sz="1400" b="1" dirty="0">
                <a:solidFill>
                  <a:srgbClr val="EEFBFF"/>
                </a:solidFill>
              </a:rPr>
              <a:t>Kinetic headline  </a:t>
            </a:r>
            <a:pPr indent="0" marL="0">
              <a:buNone/>
            </a:pPr>
            <a:r>
              <a:rPr lang="en-US" sz="1400" dirty="0">
                <a:solidFill>
                  <a:srgbClr val="9FC4CF"/>
                </a:solidFill>
              </a:rPr>
              <a:t>each word of “Every check, one by one” swaps in a live check result</a:t>
            </a:r>
            <a:endParaRPr lang="en-US" sz="1400" dirty="0"/>
          </a:p>
        </p:txBody>
      </p:sp>
      <p:sp>
        <p:nvSpPr>
          <p:cNvPr id="14" name="tv|rise|3|"/>
          <p:cNvSpPr/>
          <p:nvPr/>
        </p:nvSpPr>
        <p:spPr>
          <a:xfrm>
            <a:off x="8659368" y="1600200"/>
            <a:ext cx="2980944" cy="2514600"/>
          </a:xfrm>
          <a:prstGeom prst="roundRect">
            <a:avLst>
              <a:gd name="adj" fmla="val 5091"/>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15" name="tv|zoom|3|badge"/>
          <p:cNvSpPr/>
          <p:nvPr/>
        </p:nvSpPr>
        <p:spPr>
          <a:xfrm>
            <a:off x="8887968" y="1828800"/>
            <a:ext cx="566928" cy="566928"/>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6" name="tv|zoom|3|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12692" y="1953524"/>
            <a:ext cx="317480" cy="317480"/>
          </a:xfrm>
          <a:prstGeom prst="rect">
            <a:avLst/>
          </a:prstGeom>
        </p:spPr>
      </p:pic>
      <p:sp>
        <p:nvSpPr>
          <p:cNvPr id="17" name="tv|rise|3|"/>
          <p:cNvSpPr txBox="1"/>
          <p:nvPr/>
        </p:nvSpPr>
        <p:spPr>
          <a:xfrm>
            <a:off x="9601200" y="1828800"/>
            <a:ext cx="1920240" cy="566928"/>
          </a:xfrm>
          <a:prstGeom prst="rect">
            <a:avLst/>
          </a:prstGeom>
          <a:noFill/>
          <a:ln/>
        </p:spPr>
        <p:txBody>
          <a:bodyPr wrap="square" lIns="0" tIns="0" rIns="0" bIns="0" rtlCol="0" anchor="ctr"/>
          <a:lstStyle/>
          <a:p>
            <a:pPr indent="0" marL="0">
              <a:buNone/>
            </a:pPr>
            <a:r>
              <a:rPr lang="en-US" sz="1600" b="1" dirty="0">
                <a:solidFill>
                  <a:srgbClr val="EEFBFF"/>
                </a:solidFill>
              </a:rPr>
              <a:t>Built with</a:t>
            </a:r>
            <a:endParaRPr lang="en-US" sz="1600" dirty="0"/>
          </a:p>
        </p:txBody>
      </p:sp>
      <p:sp>
        <p:nvSpPr>
          <p:cNvPr id="18" name="tv|rise|3|"/>
          <p:cNvSpPr txBox="1"/>
          <p:nvPr/>
        </p:nvSpPr>
        <p:spPr>
          <a:xfrm>
            <a:off x="8887968" y="2560320"/>
            <a:ext cx="260604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9FC4CF"/>
                </a:solidFill>
              </a:rPr>
              <a:t>Three.js for the 3D vault</a:t>
            </a:r>
            <a:endParaRPr lang="en-US" sz="1300" dirty="0"/>
          </a:p>
          <a:p>
            <a:pPr marL="342900" indent="-342900">
              <a:spcAft>
                <a:spcPts val="600"/>
              </a:spcAft>
              <a:buSzPct val="100000"/>
              <a:buChar char="•"/>
            </a:pPr>
            <a:r>
              <a:rPr lang="en-US" sz="1300" dirty="0">
                <a:solidFill>
                  <a:srgbClr val="9FC4CF"/>
                </a:solidFill>
              </a:rPr>
              <a:t>Motion and mo.js for UI animation</a:t>
            </a:r>
            <a:endParaRPr lang="en-US" sz="1300" dirty="0"/>
          </a:p>
          <a:p>
            <a:pPr marL="342900" indent="-342900">
              <a:spcAft>
                <a:spcPts val="600"/>
              </a:spcAft>
              <a:buSzPct val="100000"/>
              <a:buChar char="•"/>
            </a:pPr>
            <a:r>
              <a:rPr lang="en-US" sz="1300" dirty="0">
                <a:solidFill>
                  <a:srgbClr val="9FC4CF"/>
                </a:solidFill>
              </a:rPr>
              <a:t>Respects reduced-motion settings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14</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par>
                                <p:cTn id="14" presetID="10" presetClass="entr" presetSubtype="0" fill="hold" grpId="0" nodeType="withEffect">
                                  <p:stCondLst>
                                    <p:cond delay="47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53" presetClass="entr" presetSubtype="16"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 calcmode="lin" valueType="num">
                                      <p:cBhvr>
                                        <p:cTn id="18" dur="550" fill="hold"/>
                                        <p:tgtEl>
                                          <p:spTgt spid="10"/>
                                        </p:tgtEl>
                                        <p:attrNameLst>
                                          <p:attrName>ppt_w</p:attrName>
                                        </p:attrNameLst>
                                      </p:cBhvr>
                                      <p:tavLst>
                                        <p:tav tm="0">
                                          <p:val>
                                            <p:strVal val="0"/>
                                          </p:val>
                                        </p:tav>
                                        <p:tav tm="100000">
                                          <p:val>
                                            <p:strVal val="#ppt_w"/>
                                          </p:val>
                                        </p:tav>
                                      </p:tavLst>
                                    </p:anim>
                                    <p:anim calcmode="lin" valueType="num">
                                      <p:cBhvr>
                                        <p:cTn id="19" dur="550" fill="hold"/>
                                        <p:tgtEl>
                                          <p:spTgt spid="10"/>
                                        </p:tgtEl>
                                        <p:attrNameLst>
                                          <p:attrName>ppt_h</p:attrName>
                                        </p:attrNameLst>
                                      </p:cBhvr>
                                      <p:tavLst>
                                        <p:tav tm="0">
                                          <p:val>
                                            <p:strVal val="0"/>
                                          </p:val>
                                        </p:tav>
                                        <p:tav tm="100000">
                                          <p:val>
                                            <p:strVal val="#ppt_h"/>
                                          </p:val>
                                        </p:tav>
                                      </p:tavLst>
                                    </p:anim>
                                    <p:animEffect transition="in" filter="fade">
                                      <p:cBhvr>
                                        <p:cTn id="20" dur="550"/>
                                        <p:tgtEl>
                                          <p:spTgt spid="10"/>
                                        </p:tgtEl>
                                      </p:cBhvr>
                                    </p:animEffect>
                                  </p:childTnLst>
                                </p:cTn>
                              </p:par>
                              <p:par>
                                <p:cTn id="22" presetID="10" presetClass="entr" presetSubtype="0" fill="hold" grpId="0" nodeType="withEffect">
                                  <p:stCondLst>
                                    <p:cond delay="63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4"/>
                                        </p:tgtEl>
                                        <p:attrNameLst>
                                          <p:attrName>style.visibility</p:attrName>
                                        </p:attrNameLst>
                                      </p:cBhvr>
                                      <p:to>
                                        <p:strVal val="visible"/>
                                      </p:to>
                                    </p:set>
                                    <p:animEffect transition="in" filter="fade">
                                      <p:cBhvr>
                                        <p:cTn id="26" dur="700"/>
                                        <p:tgtEl>
                                          <p:spTgt spid="14"/>
                                        </p:tgtEl>
                                      </p:cBhvr>
                                    </p:animEffect>
                                    <p:anim calcmode="lin" valueType="num">
                                      <p:cBhvr>
                                        <p:cTn id="27" dur="700" fill="hold"/>
                                        <p:tgtEl>
                                          <p:spTgt spid="14"/>
                                        </p:tgtEl>
                                        <p:attrNameLst>
                                          <p:attrName>ppt_x</p:attrName>
                                        </p:attrNameLst>
                                      </p:cBhvr>
                                      <p:tavLst>
                                        <p:tav tm="0">
                                          <p:val>
                                            <p:strVal val="#ppt_x"/>
                                          </p:val>
                                        </p:tav>
                                        <p:tav tm="100000">
                                          <p:val>
                                            <p:strVal val="#ppt_x"/>
                                          </p:val>
                                        </p:tav>
                                      </p:tavLst>
                                    </p:anim>
                                    <p:anim calcmode="lin" valueType="num">
                                      <p:cBhvr>
                                        <p:cTn id="28" dur="700" fill="hold"/>
                                        <p:tgtEl>
                                          <p:spTgt spid="14"/>
                                        </p:tgtEl>
                                        <p:attrNameLst>
                                          <p:attrName>ppt_y</p:attrName>
                                        </p:attrNameLst>
                                      </p:cBhvr>
                                      <p:tavLst>
                                        <p:tav tm="0">
                                          <p:val>
                                            <p:strVal val="#ppt_y+.06"/>
                                          </p:val>
                                        </p:tav>
                                        <p:tav tm="100000">
                                          <p:val>
                                            <p:strVal val="#ppt_y"/>
                                          </p:val>
                                        </p:tav>
                                      </p:tavLst>
                                    </p:anim>
                                  </p:childTnLst>
                                </p:cTn>
                              </p:par>
                              <p:par>
                                <p:cTn id="30" presetID="53" presetClass="entr" presetSubtype="16" fill="hold" grpId="0" nodeType="withEffect">
                                  <p:stCondLst>
                                    <p:cond delay="630"/>
                                  </p:stCondLst>
                                  <p:childTnLst>
                                    <p:set>
                                      <p:cBhvr>
                                        <p:cTn id="29" dur="1" fill="hold">
                                          <p:stCondLst>
                                            <p:cond delay="0"/>
                                          </p:stCondLst>
                                        </p:cTn>
                                        <p:tgtEl>
                                          <p:spTgt spid="15"/>
                                        </p:tgtEl>
                                        <p:attrNameLst>
                                          <p:attrName>style.visibility</p:attrName>
                                        </p:attrNameLst>
                                      </p:cBhvr>
                                      <p:to>
                                        <p:strVal val="visible"/>
                                      </p:to>
                                    </p:set>
                                    <p:anim calcmode="lin" valueType="num">
                                      <p:cBhvr>
                                        <p:cTn id="31" dur="550" fill="hold"/>
                                        <p:tgtEl>
                                          <p:spTgt spid="15"/>
                                        </p:tgtEl>
                                        <p:attrNameLst>
                                          <p:attrName>ppt_w</p:attrName>
                                        </p:attrNameLst>
                                      </p:cBhvr>
                                      <p:tavLst>
                                        <p:tav tm="0">
                                          <p:val>
                                            <p:strVal val="0"/>
                                          </p:val>
                                        </p:tav>
                                        <p:tav tm="100000">
                                          <p:val>
                                            <p:strVal val="#ppt_w"/>
                                          </p:val>
                                        </p:tav>
                                      </p:tavLst>
                                    </p:anim>
                                    <p:anim calcmode="lin" valueType="num">
                                      <p:cBhvr>
                                        <p:cTn id="32" dur="550" fill="hold"/>
                                        <p:tgtEl>
                                          <p:spTgt spid="15"/>
                                        </p:tgtEl>
                                        <p:attrNameLst>
                                          <p:attrName>ppt_h</p:attrName>
                                        </p:attrNameLst>
                                      </p:cBhvr>
                                      <p:tavLst>
                                        <p:tav tm="0">
                                          <p:val>
                                            <p:strVal val="0"/>
                                          </p:val>
                                        </p:tav>
                                        <p:tav tm="100000">
                                          <p:val>
                                            <p:strVal val="#ppt_h"/>
                                          </p:val>
                                        </p:tav>
                                      </p:tavLst>
                                    </p:anim>
                                    <p:animEffect transition="in" filter="fade">
                                      <p:cBhvr>
                                        <p:cTn id="33" dur="550"/>
                                        <p:tgtEl>
                                          <p:spTgt spid="15"/>
                                        </p:tgtEl>
                                      </p:cBhvr>
                                    </p:animEffect>
                                  </p:childTnLst>
                                </p:cTn>
                              </p:par>
                              <p:par>
                                <p:cTn id="35" presetID="53" presetClass="entr" presetSubtype="16" fill="hold" grpId="0" nodeType="withEffect">
                                  <p:stCondLst>
                                    <p:cond delay="630"/>
                                  </p:stCondLst>
                                  <p:childTnLst>
                                    <p:set>
                                      <p:cBhvr>
                                        <p:cTn id="34" dur="1" fill="hold">
                                          <p:stCondLst>
                                            <p:cond delay="0"/>
                                          </p:stCondLst>
                                        </p:cTn>
                                        <p:tgtEl>
                                          <p:spTgt spid="16"/>
                                        </p:tgtEl>
                                        <p:attrNameLst>
                                          <p:attrName>style.visibility</p:attrName>
                                        </p:attrNameLst>
                                      </p:cBhvr>
                                      <p:to>
                                        <p:strVal val="visible"/>
                                      </p:to>
                                    </p:set>
                                    <p:anim calcmode="lin" valueType="num">
                                      <p:cBhvr>
                                        <p:cTn id="36" dur="550" fill="hold"/>
                                        <p:tgtEl>
                                          <p:spTgt spid="16"/>
                                        </p:tgtEl>
                                        <p:attrNameLst>
                                          <p:attrName>ppt_w</p:attrName>
                                        </p:attrNameLst>
                                      </p:cBhvr>
                                      <p:tavLst>
                                        <p:tav tm="0">
                                          <p:val>
                                            <p:strVal val="0"/>
                                          </p:val>
                                        </p:tav>
                                        <p:tav tm="100000">
                                          <p:val>
                                            <p:strVal val="#ppt_w"/>
                                          </p:val>
                                        </p:tav>
                                      </p:tavLst>
                                    </p:anim>
                                    <p:anim calcmode="lin" valueType="num">
                                      <p:cBhvr>
                                        <p:cTn id="37" dur="550" fill="hold"/>
                                        <p:tgtEl>
                                          <p:spTgt spid="16"/>
                                        </p:tgtEl>
                                        <p:attrNameLst>
                                          <p:attrName>ppt_h</p:attrName>
                                        </p:attrNameLst>
                                      </p:cBhvr>
                                      <p:tavLst>
                                        <p:tav tm="0">
                                          <p:val>
                                            <p:strVal val="0"/>
                                          </p:val>
                                        </p:tav>
                                        <p:tav tm="100000">
                                          <p:val>
                                            <p:strVal val="#ppt_h"/>
                                          </p:val>
                                        </p:tav>
                                      </p:tavLst>
                                    </p:anim>
                                    <p:animEffect transition="in" filter="fade">
                                      <p:cBhvr>
                                        <p:cTn id="38" dur="550"/>
                                        <p:tgtEl>
                                          <p:spTgt spid="16"/>
                                        </p:tgtEl>
                                      </p:cBhvr>
                                    </p:animEffect>
                                  </p:childTnLst>
                                </p:cTn>
                              </p:par>
                              <p:par>
                                <p:cTn id="40" presetID="42" presetClass="entr" presetSubtype="0" fill="hold" grpId="0" nodeType="withEffect">
                                  <p:stCondLst>
                                    <p:cond delay="630"/>
                                  </p:stCondLst>
                                  <p:childTnLst>
                                    <p:set>
                                      <p:cBhvr>
                                        <p:cTn id="39" dur="1" fill="hold">
                                          <p:stCondLst>
                                            <p:cond delay="0"/>
                                          </p:stCondLst>
                                        </p:cTn>
                                        <p:tgtEl>
                                          <p:spTgt spid="17"/>
                                        </p:tgtEl>
                                        <p:attrNameLst>
                                          <p:attrName>style.visibility</p:attrName>
                                        </p:attrNameLst>
                                      </p:cBhvr>
                                      <p:to>
                                        <p:strVal val="visible"/>
                                      </p:to>
                                    </p:set>
                                    <p:animEffect transition="in" filter="fade">
                                      <p:cBhvr>
                                        <p:cTn id="41" dur="700"/>
                                        <p:tgtEl>
                                          <p:spTgt spid="17"/>
                                        </p:tgtEl>
                                      </p:cBhvr>
                                    </p:animEffect>
                                    <p:anim calcmode="lin" valueType="num">
                                      <p:cBhvr>
                                        <p:cTn id="42" dur="700" fill="hold"/>
                                        <p:tgtEl>
                                          <p:spTgt spid="17"/>
                                        </p:tgtEl>
                                        <p:attrNameLst>
                                          <p:attrName>ppt_x</p:attrName>
                                        </p:attrNameLst>
                                      </p:cBhvr>
                                      <p:tavLst>
                                        <p:tav tm="0">
                                          <p:val>
                                            <p:strVal val="#ppt_x"/>
                                          </p:val>
                                        </p:tav>
                                        <p:tav tm="100000">
                                          <p:val>
                                            <p:strVal val="#ppt_x"/>
                                          </p:val>
                                        </p:tav>
                                      </p:tavLst>
                                    </p:anim>
                                    <p:anim calcmode="lin" valueType="num">
                                      <p:cBhvr>
                                        <p:cTn id="43" dur="700" fill="hold"/>
                                        <p:tgtEl>
                                          <p:spTgt spid="17"/>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630"/>
                                  </p:stCondLst>
                                  <p:childTnLst>
                                    <p:set>
                                      <p:cBhvr>
                                        <p:cTn id="44" dur="1" fill="hold">
                                          <p:stCondLst>
                                            <p:cond delay="0"/>
                                          </p:stCondLst>
                                        </p:cTn>
                                        <p:tgtEl>
                                          <p:spTgt spid="18"/>
                                        </p:tgtEl>
                                        <p:attrNameLst>
                                          <p:attrName>style.visibility</p:attrName>
                                        </p:attrNameLst>
                                      </p:cBhvr>
                                      <p:to>
                                        <p:strVal val="visible"/>
                                      </p:to>
                                    </p:set>
                                    <p:animEffect transition="in" filter="fade">
                                      <p:cBhvr>
                                        <p:cTn id="46" dur="700"/>
                                        <p:tgtEl>
                                          <p:spTgt spid="18"/>
                                        </p:tgtEl>
                                      </p:cBhvr>
                                    </p:animEffect>
                                    <p:anim calcmode="lin" valueType="num">
                                      <p:cBhvr>
                                        <p:cTn id="47" dur="700" fill="hold"/>
                                        <p:tgtEl>
                                          <p:spTgt spid="18"/>
                                        </p:tgtEl>
                                        <p:attrNameLst>
                                          <p:attrName>ppt_x</p:attrName>
                                        </p:attrNameLst>
                                      </p:cBhvr>
                                      <p:tavLst>
                                        <p:tav tm="0">
                                          <p:val>
                                            <p:strVal val="#ppt_x"/>
                                          </p:val>
                                        </p:tav>
                                        <p:tav tm="100000">
                                          <p:val>
                                            <p:strVal val="#ppt_x"/>
                                          </p:val>
                                        </p:tav>
                                      </p:tavLst>
                                    </p:anim>
                                    <p:anim calcmode="lin" valueType="num">
                                      <p:cBhvr>
                                        <p:cTn id="48" dur="700" fill="hold"/>
                                        <p:tgtEl>
                                          <p:spTgt spid="18"/>
                                        </p:tgtEl>
                                        <p:attrNameLst>
                                          <p:attrName>ppt_y</p:attrName>
                                        </p:attrNameLst>
                                      </p:cBhvr>
                                      <p:tavLst>
                                        <p:tav tm="0">
                                          <p:val>
                                            <p:strVal val="#ppt_y+.06"/>
                                          </p:val>
                                        </p:tav>
                                        <p:tav tm="100000">
                                          <p:val>
                                            <p:strVal val="#ppt_y"/>
                                          </p:val>
                                        </p:tav>
                                      </p:tavLst>
                                    </p:anim>
                                  </p:childTnLst>
                                </p:cTn>
                              </p:par>
                              <p:par>
                                <p:cTn id="50" presetID="53" presetClass="entr" presetSubtype="16" fill="hold" grpId="0" nodeType="withEffect">
                                  <p:stCondLst>
                                    <p:cond delay="790"/>
                                  </p:stCondLst>
                                  <p:childTnLst>
                                    <p:set>
                                      <p:cBhvr>
                                        <p:cTn id="49" dur="1" fill="hold">
                                          <p:stCondLst>
                                            <p:cond delay="0"/>
                                          </p:stCondLst>
                                        </p:cTn>
                                        <p:tgtEl>
                                          <p:spTgt spid="12"/>
                                        </p:tgtEl>
                                        <p:attrNameLst>
                                          <p:attrName>style.visibility</p:attrName>
                                        </p:attrNameLst>
                                      </p:cBhvr>
                                      <p:to>
                                        <p:strVal val="visible"/>
                                      </p:to>
                                    </p:set>
                                    <p:anim calcmode="lin" valueType="num">
                                      <p:cBhvr>
                                        <p:cTn id="51" dur="550" fill="hold"/>
                                        <p:tgtEl>
                                          <p:spTgt spid="12"/>
                                        </p:tgtEl>
                                        <p:attrNameLst>
                                          <p:attrName>ppt_w</p:attrName>
                                        </p:attrNameLst>
                                      </p:cBhvr>
                                      <p:tavLst>
                                        <p:tav tm="0">
                                          <p:val>
                                            <p:strVal val="0"/>
                                          </p:val>
                                        </p:tav>
                                        <p:tav tm="100000">
                                          <p:val>
                                            <p:strVal val="#ppt_w"/>
                                          </p:val>
                                        </p:tav>
                                      </p:tavLst>
                                    </p:anim>
                                    <p:anim calcmode="lin" valueType="num">
                                      <p:cBhvr>
                                        <p:cTn id="52" dur="550" fill="hold"/>
                                        <p:tgtEl>
                                          <p:spTgt spid="12"/>
                                        </p:tgtEl>
                                        <p:attrNameLst>
                                          <p:attrName>ppt_h</p:attrName>
                                        </p:attrNameLst>
                                      </p:cBhvr>
                                      <p:tavLst>
                                        <p:tav tm="0">
                                          <p:val>
                                            <p:strVal val="0"/>
                                          </p:val>
                                        </p:tav>
                                        <p:tav tm="100000">
                                          <p:val>
                                            <p:strVal val="#ppt_h"/>
                                          </p:val>
                                        </p:tav>
                                      </p:tavLst>
                                    </p:anim>
                                    <p:animEffect transition="in" filter="fade">
                                      <p:cBhvr>
                                        <p:cTn id="53" dur="550"/>
                                        <p:tgtEl>
                                          <p:spTgt spid="12"/>
                                        </p:tgtEl>
                                      </p:cBhvr>
                                    </p:animEffect>
                                  </p:childTnLst>
                                </p:cTn>
                              </p:par>
                              <p:par>
                                <p:cTn id="55" presetID="10" presetClass="entr" presetSubtype="0" fill="hold" grpId="0" nodeType="withEffect">
                                  <p:stCondLst>
                                    <p:cond delay="950"/>
                                  </p:stCondLst>
                                  <p:childTnLst>
                                    <p:set>
                                      <p:cBhvr>
                                        <p:cTn id="54" dur="1" fill="hold">
                                          <p:stCondLst>
                                            <p:cond delay="0"/>
                                          </p:stCondLst>
                                        </p:cTn>
                                        <p:tgtEl>
                                          <p:spTgt spid="13"/>
                                        </p:tgtEl>
                                        <p:attrNameLst>
                                          <p:attrName>style.visibility</p:attrName>
                                        </p:attrNameLst>
                                      </p:cBhvr>
                                      <p:to>
                                        <p:strVal val="visible"/>
                                      </p:to>
                                    </p:set>
                                    <p:animEffect transition="in" filter="fade">
                                      <p:cBhvr>
                                        <p:cTn id="56"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4" grpId="0" animBg="1"/>
      <p:bldP spid="15" grpId="0" animBg="1"/>
      <p:bldP spid="17" grpId="0" animBg="1"/>
      <p:bldP spid="18"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65029" y="-1138448"/>
            <a:ext cx="5596339" cy="559633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4178" y="1336070"/>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554572" y="3581047"/>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Timeline of the Project: 8-Week Plan</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8-WEEK PLAN</a:t>
            </a:r>
            <a:endParaRPr lang="en-US" sz="1300" dirty="0"/>
          </a:p>
        </p:txBody>
      </p:sp>
      <p:sp>
        <p:nvSpPr>
          <p:cNvPr id="8" name="tv|fade|1|"/>
          <p:cNvSpPr txBox="1"/>
          <p:nvPr/>
        </p:nvSpPr>
        <p:spPr>
          <a:xfrm>
            <a:off x="777240" y="1627632"/>
            <a:ext cx="2743200" cy="274320"/>
          </a:xfrm>
          <a:prstGeom prst="rect">
            <a:avLst/>
          </a:prstGeom>
          <a:noFill/>
          <a:ln/>
        </p:spPr>
        <p:txBody>
          <a:bodyPr wrap="square" lIns="0" tIns="0" rIns="0" bIns="0" rtlCol="0" anchor="t"/>
          <a:lstStyle/>
          <a:p>
            <a:pPr indent="0" marL="0">
              <a:buNone/>
            </a:pPr>
            <a:r>
              <a:rPr lang="en-US" sz="1100" b="1" spc="200" kern="0" dirty="0">
                <a:solidFill>
                  <a:srgbClr val="9FC4CF"/>
                </a:solidFill>
              </a:rPr>
              <a:t>ACTIVITY</a:t>
            </a:r>
            <a:endParaRPr lang="en-US" sz="1100" dirty="0"/>
          </a:p>
        </p:txBody>
      </p:sp>
      <p:sp>
        <p:nvSpPr>
          <p:cNvPr id="9" name="tv|fade|1|"/>
          <p:cNvSpPr txBox="1"/>
          <p:nvPr/>
        </p:nvSpPr>
        <p:spPr>
          <a:xfrm>
            <a:off x="3657600" y="1627632"/>
            <a:ext cx="822960" cy="274320"/>
          </a:xfrm>
          <a:prstGeom prst="rect">
            <a:avLst/>
          </a:prstGeom>
          <a:noFill/>
          <a:ln/>
        </p:spPr>
        <p:txBody>
          <a:bodyPr wrap="square" lIns="0" tIns="0" rIns="0" bIns="0" rtlCol="0" anchor="t"/>
          <a:lstStyle/>
          <a:p>
            <a:pPr algn="ctr" indent="0" marL="0">
              <a:buNone/>
            </a:pPr>
            <a:r>
              <a:rPr lang="en-US" sz="1200" b="1" dirty="0">
                <a:solidFill>
                  <a:srgbClr val="9FC4CF"/>
                </a:solidFill>
              </a:rPr>
              <a:t>W1</a:t>
            </a:r>
            <a:endParaRPr lang="en-US" sz="1200" dirty="0"/>
          </a:p>
        </p:txBody>
      </p:sp>
      <p:sp>
        <p:nvSpPr>
          <p:cNvPr id="10" name="tv|fade|1|"/>
          <p:cNvSpPr txBox="1"/>
          <p:nvPr/>
        </p:nvSpPr>
        <p:spPr>
          <a:xfrm>
            <a:off x="4480560" y="1627632"/>
            <a:ext cx="822960" cy="274320"/>
          </a:xfrm>
          <a:prstGeom prst="rect">
            <a:avLst/>
          </a:prstGeom>
          <a:noFill/>
          <a:ln/>
        </p:spPr>
        <p:txBody>
          <a:bodyPr wrap="square" lIns="0" tIns="0" rIns="0" bIns="0" rtlCol="0" anchor="t"/>
          <a:lstStyle/>
          <a:p>
            <a:pPr algn="ctr" indent="0" marL="0">
              <a:buNone/>
            </a:pPr>
            <a:r>
              <a:rPr lang="en-US" sz="1200" b="1" dirty="0">
                <a:solidFill>
                  <a:srgbClr val="9FC4CF"/>
                </a:solidFill>
              </a:rPr>
              <a:t>W2</a:t>
            </a:r>
            <a:endParaRPr lang="en-US" sz="1200" dirty="0"/>
          </a:p>
        </p:txBody>
      </p:sp>
      <p:sp>
        <p:nvSpPr>
          <p:cNvPr id="11" name="tv|fade|1|"/>
          <p:cNvSpPr txBox="1"/>
          <p:nvPr/>
        </p:nvSpPr>
        <p:spPr>
          <a:xfrm>
            <a:off x="5303520" y="1627632"/>
            <a:ext cx="822960" cy="274320"/>
          </a:xfrm>
          <a:prstGeom prst="rect">
            <a:avLst/>
          </a:prstGeom>
          <a:noFill/>
          <a:ln/>
        </p:spPr>
        <p:txBody>
          <a:bodyPr wrap="square" lIns="0" tIns="0" rIns="0" bIns="0" rtlCol="0" anchor="t"/>
          <a:lstStyle/>
          <a:p>
            <a:pPr algn="ctr" indent="0" marL="0">
              <a:buNone/>
            </a:pPr>
            <a:r>
              <a:rPr lang="en-US" sz="1200" b="1" dirty="0">
                <a:solidFill>
                  <a:srgbClr val="9FC4CF"/>
                </a:solidFill>
              </a:rPr>
              <a:t>W3</a:t>
            </a:r>
            <a:endParaRPr lang="en-US" sz="1200" dirty="0"/>
          </a:p>
        </p:txBody>
      </p:sp>
      <p:sp>
        <p:nvSpPr>
          <p:cNvPr id="12" name="tv|fade|1|"/>
          <p:cNvSpPr txBox="1"/>
          <p:nvPr/>
        </p:nvSpPr>
        <p:spPr>
          <a:xfrm>
            <a:off x="6126480" y="1627632"/>
            <a:ext cx="822960" cy="274320"/>
          </a:xfrm>
          <a:prstGeom prst="rect">
            <a:avLst/>
          </a:prstGeom>
          <a:noFill/>
          <a:ln/>
        </p:spPr>
        <p:txBody>
          <a:bodyPr wrap="square" lIns="0" tIns="0" rIns="0" bIns="0" rtlCol="0" anchor="t"/>
          <a:lstStyle/>
          <a:p>
            <a:pPr algn="ctr" indent="0" marL="0">
              <a:buNone/>
            </a:pPr>
            <a:r>
              <a:rPr lang="en-US" sz="1200" b="1" dirty="0">
                <a:solidFill>
                  <a:srgbClr val="9FC4CF"/>
                </a:solidFill>
              </a:rPr>
              <a:t>W4</a:t>
            </a:r>
            <a:endParaRPr lang="en-US" sz="1200" dirty="0"/>
          </a:p>
        </p:txBody>
      </p:sp>
      <p:sp>
        <p:nvSpPr>
          <p:cNvPr id="13" name="tv|fade|1|"/>
          <p:cNvSpPr txBox="1"/>
          <p:nvPr/>
        </p:nvSpPr>
        <p:spPr>
          <a:xfrm>
            <a:off x="6949440" y="1627632"/>
            <a:ext cx="822960" cy="274320"/>
          </a:xfrm>
          <a:prstGeom prst="rect">
            <a:avLst/>
          </a:prstGeom>
          <a:noFill/>
          <a:ln/>
        </p:spPr>
        <p:txBody>
          <a:bodyPr wrap="square" lIns="0" tIns="0" rIns="0" bIns="0" rtlCol="0" anchor="t"/>
          <a:lstStyle/>
          <a:p>
            <a:pPr algn="ctr" indent="0" marL="0">
              <a:buNone/>
            </a:pPr>
            <a:r>
              <a:rPr lang="en-US" sz="1200" b="1" dirty="0">
                <a:solidFill>
                  <a:srgbClr val="9FC4CF"/>
                </a:solidFill>
              </a:rPr>
              <a:t>W5</a:t>
            </a:r>
            <a:endParaRPr lang="en-US" sz="1200" dirty="0"/>
          </a:p>
        </p:txBody>
      </p:sp>
      <p:sp>
        <p:nvSpPr>
          <p:cNvPr id="14" name="tv|fade|1|"/>
          <p:cNvSpPr txBox="1"/>
          <p:nvPr/>
        </p:nvSpPr>
        <p:spPr>
          <a:xfrm>
            <a:off x="7772400" y="1627632"/>
            <a:ext cx="822960" cy="274320"/>
          </a:xfrm>
          <a:prstGeom prst="rect">
            <a:avLst/>
          </a:prstGeom>
          <a:noFill/>
          <a:ln/>
        </p:spPr>
        <p:txBody>
          <a:bodyPr wrap="square" lIns="0" tIns="0" rIns="0" bIns="0" rtlCol="0" anchor="t"/>
          <a:lstStyle/>
          <a:p>
            <a:pPr algn="ctr" indent="0" marL="0">
              <a:buNone/>
            </a:pPr>
            <a:r>
              <a:rPr lang="en-US" sz="1200" b="1" dirty="0">
                <a:solidFill>
                  <a:srgbClr val="9FC4CF"/>
                </a:solidFill>
              </a:rPr>
              <a:t>W6</a:t>
            </a:r>
            <a:endParaRPr lang="en-US" sz="1200" dirty="0"/>
          </a:p>
        </p:txBody>
      </p:sp>
      <p:sp>
        <p:nvSpPr>
          <p:cNvPr id="15" name="tv|fade|1|"/>
          <p:cNvSpPr txBox="1"/>
          <p:nvPr/>
        </p:nvSpPr>
        <p:spPr>
          <a:xfrm>
            <a:off x="8595360" y="1627632"/>
            <a:ext cx="822960" cy="274320"/>
          </a:xfrm>
          <a:prstGeom prst="rect">
            <a:avLst/>
          </a:prstGeom>
          <a:noFill/>
          <a:ln/>
        </p:spPr>
        <p:txBody>
          <a:bodyPr wrap="square" lIns="0" tIns="0" rIns="0" bIns="0" rtlCol="0" anchor="t"/>
          <a:lstStyle/>
          <a:p>
            <a:pPr algn="ctr" indent="0" marL="0">
              <a:buNone/>
            </a:pPr>
            <a:r>
              <a:rPr lang="en-US" sz="1200" b="1" dirty="0">
                <a:solidFill>
                  <a:srgbClr val="9FC4CF"/>
                </a:solidFill>
              </a:rPr>
              <a:t>W7</a:t>
            </a:r>
            <a:endParaRPr lang="en-US" sz="1200" dirty="0"/>
          </a:p>
        </p:txBody>
      </p:sp>
      <p:sp>
        <p:nvSpPr>
          <p:cNvPr id="16" name="tv|fade|1|"/>
          <p:cNvSpPr txBox="1"/>
          <p:nvPr/>
        </p:nvSpPr>
        <p:spPr>
          <a:xfrm>
            <a:off x="9418320" y="1627632"/>
            <a:ext cx="822960" cy="274320"/>
          </a:xfrm>
          <a:prstGeom prst="rect">
            <a:avLst/>
          </a:prstGeom>
          <a:noFill/>
          <a:ln/>
        </p:spPr>
        <p:txBody>
          <a:bodyPr wrap="square" lIns="0" tIns="0" rIns="0" bIns="0" rtlCol="0" anchor="t"/>
          <a:lstStyle/>
          <a:p>
            <a:pPr algn="ctr" indent="0" marL="0">
              <a:buNone/>
            </a:pPr>
            <a:r>
              <a:rPr lang="en-US" sz="1200" b="1" dirty="0">
                <a:solidFill>
                  <a:srgbClr val="9FC4CF"/>
                </a:solidFill>
              </a:rPr>
              <a:t>W8</a:t>
            </a:r>
            <a:endParaRPr lang="en-US" sz="1200" dirty="0"/>
          </a:p>
        </p:txBody>
      </p:sp>
      <p:sp>
        <p:nvSpPr>
          <p:cNvPr id="17" name="tv|fade|1|"/>
          <p:cNvSpPr txBox="1"/>
          <p:nvPr/>
        </p:nvSpPr>
        <p:spPr>
          <a:xfrm>
            <a:off x="10378440" y="1627632"/>
            <a:ext cx="1188720" cy="274320"/>
          </a:xfrm>
          <a:prstGeom prst="rect">
            <a:avLst/>
          </a:prstGeom>
          <a:noFill/>
          <a:ln/>
        </p:spPr>
        <p:txBody>
          <a:bodyPr wrap="square" lIns="0" tIns="0" rIns="0" bIns="0" rtlCol="0" anchor="t"/>
          <a:lstStyle/>
          <a:p>
            <a:pPr indent="0" marL="0">
              <a:buNone/>
            </a:pPr>
            <a:r>
              <a:rPr lang="en-US" sz="1100" b="1" spc="200" kern="0" dirty="0">
                <a:solidFill>
                  <a:srgbClr val="9FC4CF"/>
                </a:solidFill>
              </a:rPr>
              <a:t>STATUS</a:t>
            </a:r>
            <a:endParaRPr lang="en-US" sz="1100" dirty="0"/>
          </a:p>
        </p:txBody>
      </p:sp>
      <p:sp>
        <p:nvSpPr>
          <p:cNvPr id="18" name="tv|fade|2|"/>
          <p:cNvSpPr/>
          <p:nvPr/>
        </p:nvSpPr>
        <p:spPr>
          <a:xfrm>
            <a:off x="548640" y="2029968"/>
            <a:ext cx="11091672" cy="402336"/>
          </a:xfrm>
          <a:prstGeom prst="roundRect">
            <a:avLst>
              <a:gd name="adj" fmla="val 22727"/>
            </a:avLst>
          </a:prstGeom>
          <a:solidFill>
            <a:srgbClr val="0B2230">
              <a:alpha val="85000"/>
            </a:srgbClr>
          </a:solidFill>
          <a:ln/>
        </p:spPr>
      </p:sp>
      <p:sp>
        <p:nvSpPr>
          <p:cNvPr id="19" name="tv|fade|2|"/>
          <p:cNvSpPr txBox="1"/>
          <p:nvPr/>
        </p:nvSpPr>
        <p:spPr>
          <a:xfrm>
            <a:off x="777240" y="2029968"/>
            <a:ext cx="2834640" cy="402336"/>
          </a:xfrm>
          <a:prstGeom prst="rect">
            <a:avLst/>
          </a:prstGeom>
          <a:noFill/>
          <a:ln/>
        </p:spPr>
        <p:txBody>
          <a:bodyPr wrap="square" lIns="0" tIns="0" rIns="0" bIns="0" rtlCol="0" anchor="ctr"/>
          <a:lstStyle/>
          <a:p>
            <a:pPr indent="0" marL="0">
              <a:buNone/>
            </a:pPr>
            <a:r>
              <a:rPr lang="en-US" sz="1300" dirty="0">
                <a:solidFill>
                  <a:srgbClr val="EEFBFF"/>
                </a:solidFill>
              </a:rPr>
              <a:t>Requirement Analysis</a:t>
            </a:r>
            <a:endParaRPr lang="en-US" sz="1300" dirty="0"/>
          </a:p>
        </p:txBody>
      </p:sp>
      <p:sp>
        <p:nvSpPr>
          <p:cNvPr id="20" name="tv|wipe|2|"/>
          <p:cNvSpPr/>
          <p:nvPr/>
        </p:nvSpPr>
        <p:spPr>
          <a:xfrm>
            <a:off x="3712464" y="2112264"/>
            <a:ext cx="713232" cy="237744"/>
          </a:xfrm>
          <a:prstGeom prst="roundRect">
            <a:avLst>
              <a:gd name="adj" fmla="val 50000"/>
            </a:avLst>
          </a:prstGeom>
          <a:gradFill flip="none" rotWithShape="1">
            <a:gsLst>
              <a:gs pos="0">
                <a:srgbClr val="2EF2B0"/>
              </a:gs>
              <a:gs pos="50000">
                <a:srgbClr val="19B8FF"/>
              </a:gs>
              <a:gs pos="100000">
                <a:srgbClr val="7C5CFF"/>
              </a:gs>
            </a:gsLst>
            <a:lin ang="0" scaled="0"/>
          </a:gradFill>
          <a:ln/>
        </p:spPr>
      </p:sp>
      <p:sp>
        <p:nvSpPr>
          <p:cNvPr id="21" name="tv|fade|2|"/>
          <p:cNvSpPr txBox="1"/>
          <p:nvPr/>
        </p:nvSpPr>
        <p:spPr>
          <a:xfrm>
            <a:off x="10378440" y="2029968"/>
            <a:ext cx="1261872" cy="402336"/>
          </a:xfrm>
          <a:prstGeom prst="rect">
            <a:avLst/>
          </a:prstGeom>
          <a:noFill/>
          <a:ln/>
        </p:spPr>
        <p:txBody>
          <a:bodyPr wrap="square" lIns="0" tIns="0" rIns="0" bIns="0" rtlCol="0" anchor="ctr"/>
          <a:lstStyle/>
          <a:p>
            <a:pPr indent="0" marL="0">
              <a:buNone/>
            </a:pPr>
            <a:r>
              <a:rPr lang="en-US" sz="1200" b="1" dirty="0">
                <a:solidFill>
                  <a:srgbClr val="2EF2B0"/>
                </a:solidFill>
              </a:rPr>
              <a:t>✓  Completed</a:t>
            </a:r>
            <a:endParaRPr lang="en-US" sz="1200" dirty="0"/>
          </a:p>
        </p:txBody>
      </p:sp>
      <p:sp>
        <p:nvSpPr>
          <p:cNvPr id="22" name="tv|fade|3|"/>
          <p:cNvSpPr/>
          <p:nvPr/>
        </p:nvSpPr>
        <p:spPr>
          <a:xfrm>
            <a:off x="548640" y="2505456"/>
            <a:ext cx="11091672" cy="402336"/>
          </a:xfrm>
          <a:prstGeom prst="roundRect">
            <a:avLst>
              <a:gd name="adj" fmla="val 22727"/>
            </a:avLst>
          </a:prstGeom>
          <a:solidFill>
            <a:srgbClr val="0B2230">
              <a:alpha val="60000"/>
            </a:srgbClr>
          </a:solidFill>
          <a:ln/>
        </p:spPr>
      </p:sp>
      <p:sp>
        <p:nvSpPr>
          <p:cNvPr id="23" name="tv|fade|3|"/>
          <p:cNvSpPr txBox="1"/>
          <p:nvPr/>
        </p:nvSpPr>
        <p:spPr>
          <a:xfrm>
            <a:off x="777240" y="2505456"/>
            <a:ext cx="2834640" cy="402336"/>
          </a:xfrm>
          <a:prstGeom prst="rect">
            <a:avLst/>
          </a:prstGeom>
          <a:noFill/>
          <a:ln/>
        </p:spPr>
        <p:txBody>
          <a:bodyPr wrap="square" lIns="0" tIns="0" rIns="0" bIns="0" rtlCol="0" anchor="ctr"/>
          <a:lstStyle/>
          <a:p>
            <a:pPr indent="0" marL="0">
              <a:buNone/>
            </a:pPr>
            <a:r>
              <a:rPr lang="en-US" sz="1300" dirty="0">
                <a:solidFill>
                  <a:srgbClr val="EEFBFF"/>
                </a:solidFill>
              </a:rPr>
              <a:t>UI/UX Design</a:t>
            </a:r>
            <a:endParaRPr lang="en-US" sz="1300" dirty="0"/>
          </a:p>
        </p:txBody>
      </p:sp>
      <p:sp>
        <p:nvSpPr>
          <p:cNvPr id="24" name="tv|wipe|3|"/>
          <p:cNvSpPr/>
          <p:nvPr/>
        </p:nvSpPr>
        <p:spPr>
          <a:xfrm>
            <a:off x="4535424" y="2587752"/>
            <a:ext cx="713232" cy="237744"/>
          </a:xfrm>
          <a:prstGeom prst="roundRect">
            <a:avLst>
              <a:gd name="adj" fmla="val 50000"/>
            </a:avLst>
          </a:prstGeom>
          <a:gradFill flip="none" rotWithShape="1">
            <a:gsLst>
              <a:gs pos="0">
                <a:srgbClr val="2EF2B0"/>
              </a:gs>
              <a:gs pos="50000">
                <a:srgbClr val="19B8FF"/>
              </a:gs>
              <a:gs pos="100000">
                <a:srgbClr val="7C5CFF"/>
              </a:gs>
            </a:gsLst>
            <a:lin ang="0" scaled="0"/>
          </a:gradFill>
          <a:ln/>
        </p:spPr>
      </p:sp>
      <p:sp>
        <p:nvSpPr>
          <p:cNvPr id="25" name="tv|fade|3|"/>
          <p:cNvSpPr txBox="1"/>
          <p:nvPr/>
        </p:nvSpPr>
        <p:spPr>
          <a:xfrm>
            <a:off x="10378440" y="2505456"/>
            <a:ext cx="1261872" cy="402336"/>
          </a:xfrm>
          <a:prstGeom prst="rect">
            <a:avLst/>
          </a:prstGeom>
          <a:noFill/>
          <a:ln/>
        </p:spPr>
        <p:txBody>
          <a:bodyPr wrap="square" lIns="0" tIns="0" rIns="0" bIns="0" rtlCol="0" anchor="ctr"/>
          <a:lstStyle/>
          <a:p>
            <a:pPr indent="0" marL="0">
              <a:buNone/>
            </a:pPr>
            <a:r>
              <a:rPr lang="en-US" sz="1200" b="1" dirty="0">
                <a:solidFill>
                  <a:srgbClr val="2EF2B0"/>
                </a:solidFill>
              </a:rPr>
              <a:t>✓  Completed</a:t>
            </a:r>
            <a:endParaRPr lang="en-US" sz="1200" dirty="0"/>
          </a:p>
        </p:txBody>
      </p:sp>
      <p:sp>
        <p:nvSpPr>
          <p:cNvPr id="26" name="tv|fade|4|"/>
          <p:cNvSpPr/>
          <p:nvPr/>
        </p:nvSpPr>
        <p:spPr>
          <a:xfrm>
            <a:off x="548640" y="2980944"/>
            <a:ext cx="11091672" cy="402336"/>
          </a:xfrm>
          <a:prstGeom prst="roundRect">
            <a:avLst>
              <a:gd name="adj" fmla="val 22727"/>
            </a:avLst>
          </a:prstGeom>
          <a:solidFill>
            <a:srgbClr val="0B2230">
              <a:alpha val="85000"/>
            </a:srgbClr>
          </a:solidFill>
          <a:ln/>
        </p:spPr>
      </p:sp>
      <p:sp>
        <p:nvSpPr>
          <p:cNvPr id="27" name="tv|fade|4|"/>
          <p:cNvSpPr txBox="1"/>
          <p:nvPr/>
        </p:nvSpPr>
        <p:spPr>
          <a:xfrm>
            <a:off x="777240" y="2980944"/>
            <a:ext cx="2834640" cy="402336"/>
          </a:xfrm>
          <a:prstGeom prst="rect">
            <a:avLst/>
          </a:prstGeom>
          <a:noFill/>
          <a:ln/>
        </p:spPr>
        <p:txBody>
          <a:bodyPr wrap="square" lIns="0" tIns="0" rIns="0" bIns="0" rtlCol="0" anchor="ctr"/>
          <a:lstStyle/>
          <a:p>
            <a:pPr indent="0" marL="0">
              <a:buNone/>
            </a:pPr>
            <a:r>
              <a:rPr lang="en-US" sz="1300" dirty="0">
                <a:solidFill>
                  <a:srgbClr val="EEFBFF"/>
                </a:solidFill>
              </a:rPr>
              <a:t>Database Design</a:t>
            </a:r>
            <a:endParaRPr lang="en-US" sz="1300" dirty="0"/>
          </a:p>
        </p:txBody>
      </p:sp>
      <p:sp>
        <p:nvSpPr>
          <p:cNvPr id="28" name="tv|wipe|4|"/>
          <p:cNvSpPr/>
          <p:nvPr/>
        </p:nvSpPr>
        <p:spPr>
          <a:xfrm>
            <a:off x="5358384" y="3063240"/>
            <a:ext cx="713232" cy="237744"/>
          </a:xfrm>
          <a:prstGeom prst="roundRect">
            <a:avLst>
              <a:gd name="adj" fmla="val 50000"/>
            </a:avLst>
          </a:prstGeom>
          <a:gradFill flip="none" rotWithShape="1">
            <a:gsLst>
              <a:gs pos="0">
                <a:srgbClr val="2EF2B0"/>
              </a:gs>
              <a:gs pos="50000">
                <a:srgbClr val="19B8FF"/>
              </a:gs>
              <a:gs pos="100000">
                <a:srgbClr val="7C5CFF"/>
              </a:gs>
            </a:gsLst>
            <a:lin ang="0" scaled="0"/>
          </a:gradFill>
          <a:ln/>
        </p:spPr>
      </p:sp>
      <p:sp>
        <p:nvSpPr>
          <p:cNvPr id="29" name="tv|fade|4|"/>
          <p:cNvSpPr txBox="1"/>
          <p:nvPr/>
        </p:nvSpPr>
        <p:spPr>
          <a:xfrm>
            <a:off x="10378440" y="2980944"/>
            <a:ext cx="1261872" cy="402336"/>
          </a:xfrm>
          <a:prstGeom prst="rect">
            <a:avLst/>
          </a:prstGeom>
          <a:noFill/>
          <a:ln/>
        </p:spPr>
        <p:txBody>
          <a:bodyPr wrap="square" lIns="0" tIns="0" rIns="0" bIns="0" rtlCol="0" anchor="ctr"/>
          <a:lstStyle/>
          <a:p>
            <a:pPr indent="0" marL="0">
              <a:buNone/>
            </a:pPr>
            <a:r>
              <a:rPr lang="en-US" sz="1200" b="1" dirty="0">
                <a:solidFill>
                  <a:srgbClr val="2EF2B0"/>
                </a:solidFill>
              </a:rPr>
              <a:t>✓  Completed</a:t>
            </a:r>
            <a:endParaRPr lang="en-US" sz="1200" dirty="0"/>
          </a:p>
        </p:txBody>
      </p:sp>
      <p:sp>
        <p:nvSpPr>
          <p:cNvPr id="30" name="tv|fade|5|"/>
          <p:cNvSpPr/>
          <p:nvPr/>
        </p:nvSpPr>
        <p:spPr>
          <a:xfrm>
            <a:off x="548640" y="3456432"/>
            <a:ext cx="11091672" cy="402336"/>
          </a:xfrm>
          <a:prstGeom prst="roundRect">
            <a:avLst>
              <a:gd name="adj" fmla="val 22727"/>
            </a:avLst>
          </a:prstGeom>
          <a:solidFill>
            <a:srgbClr val="0B2230">
              <a:alpha val="60000"/>
            </a:srgbClr>
          </a:solidFill>
          <a:ln/>
        </p:spPr>
      </p:sp>
      <p:sp>
        <p:nvSpPr>
          <p:cNvPr id="31" name="tv|fade|5|"/>
          <p:cNvSpPr txBox="1"/>
          <p:nvPr/>
        </p:nvSpPr>
        <p:spPr>
          <a:xfrm>
            <a:off x="777240" y="3456432"/>
            <a:ext cx="2834640" cy="402336"/>
          </a:xfrm>
          <a:prstGeom prst="rect">
            <a:avLst/>
          </a:prstGeom>
          <a:noFill/>
          <a:ln/>
        </p:spPr>
        <p:txBody>
          <a:bodyPr wrap="square" lIns="0" tIns="0" rIns="0" bIns="0" rtlCol="0" anchor="ctr"/>
          <a:lstStyle/>
          <a:p>
            <a:pPr indent="0" marL="0">
              <a:buNone/>
            </a:pPr>
            <a:r>
              <a:rPr lang="en-US" sz="1300" dirty="0">
                <a:solidFill>
                  <a:srgbClr val="EEFBFF"/>
                </a:solidFill>
              </a:rPr>
              <a:t>Frontend Development</a:t>
            </a:r>
            <a:endParaRPr lang="en-US" sz="1300" dirty="0"/>
          </a:p>
        </p:txBody>
      </p:sp>
      <p:sp>
        <p:nvSpPr>
          <p:cNvPr id="32" name="tv|wipe|5|"/>
          <p:cNvSpPr/>
          <p:nvPr/>
        </p:nvSpPr>
        <p:spPr>
          <a:xfrm>
            <a:off x="6181344" y="3538728"/>
            <a:ext cx="713232" cy="237744"/>
          </a:xfrm>
          <a:prstGeom prst="roundRect">
            <a:avLst>
              <a:gd name="adj" fmla="val 50000"/>
            </a:avLst>
          </a:prstGeom>
          <a:gradFill flip="none" rotWithShape="1">
            <a:gsLst>
              <a:gs pos="0">
                <a:srgbClr val="2EF2B0"/>
              </a:gs>
              <a:gs pos="50000">
                <a:srgbClr val="19B8FF"/>
              </a:gs>
              <a:gs pos="100000">
                <a:srgbClr val="7C5CFF"/>
              </a:gs>
            </a:gsLst>
            <a:lin ang="0" scaled="0"/>
          </a:gradFill>
          <a:ln/>
        </p:spPr>
      </p:sp>
      <p:sp>
        <p:nvSpPr>
          <p:cNvPr id="33" name="tv|fade|5|"/>
          <p:cNvSpPr txBox="1"/>
          <p:nvPr/>
        </p:nvSpPr>
        <p:spPr>
          <a:xfrm>
            <a:off x="10378440" y="3456432"/>
            <a:ext cx="1261872" cy="402336"/>
          </a:xfrm>
          <a:prstGeom prst="rect">
            <a:avLst/>
          </a:prstGeom>
          <a:noFill/>
          <a:ln/>
        </p:spPr>
        <p:txBody>
          <a:bodyPr wrap="square" lIns="0" tIns="0" rIns="0" bIns="0" rtlCol="0" anchor="ctr"/>
          <a:lstStyle/>
          <a:p>
            <a:pPr indent="0" marL="0">
              <a:buNone/>
            </a:pPr>
            <a:r>
              <a:rPr lang="en-US" sz="1200" b="1" dirty="0">
                <a:solidFill>
                  <a:srgbClr val="2EF2B0"/>
                </a:solidFill>
              </a:rPr>
              <a:t>✓  Completed</a:t>
            </a:r>
            <a:endParaRPr lang="en-US" sz="1200" dirty="0"/>
          </a:p>
        </p:txBody>
      </p:sp>
      <p:sp>
        <p:nvSpPr>
          <p:cNvPr id="34" name="tv|fade|6|"/>
          <p:cNvSpPr/>
          <p:nvPr/>
        </p:nvSpPr>
        <p:spPr>
          <a:xfrm>
            <a:off x="548640" y="3931920"/>
            <a:ext cx="11091672" cy="402336"/>
          </a:xfrm>
          <a:prstGeom prst="roundRect">
            <a:avLst>
              <a:gd name="adj" fmla="val 22727"/>
            </a:avLst>
          </a:prstGeom>
          <a:solidFill>
            <a:srgbClr val="0B2230">
              <a:alpha val="85000"/>
            </a:srgbClr>
          </a:solidFill>
          <a:ln/>
        </p:spPr>
      </p:sp>
      <p:sp>
        <p:nvSpPr>
          <p:cNvPr id="35" name="tv|fade|6|"/>
          <p:cNvSpPr txBox="1"/>
          <p:nvPr/>
        </p:nvSpPr>
        <p:spPr>
          <a:xfrm>
            <a:off x="777240" y="3931920"/>
            <a:ext cx="2834640" cy="402336"/>
          </a:xfrm>
          <a:prstGeom prst="rect">
            <a:avLst/>
          </a:prstGeom>
          <a:noFill/>
          <a:ln/>
        </p:spPr>
        <p:txBody>
          <a:bodyPr wrap="square" lIns="0" tIns="0" rIns="0" bIns="0" rtlCol="0" anchor="ctr"/>
          <a:lstStyle/>
          <a:p>
            <a:pPr indent="0" marL="0">
              <a:buNone/>
            </a:pPr>
            <a:r>
              <a:rPr lang="en-US" sz="1300" dirty="0">
                <a:solidFill>
                  <a:srgbClr val="EEFBFF"/>
                </a:solidFill>
              </a:rPr>
              <a:t>Backend Development</a:t>
            </a:r>
            <a:endParaRPr lang="en-US" sz="1300" dirty="0"/>
          </a:p>
        </p:txBody>
      </p:sp>
      <p:sp>
        <p:nvSpPr>
          <p:cNvPr id="36" name="tv|wipe|6|"/>
          <p:cNvSpPr/>
          <p:nvPr/>
        </p:nvSpPr>
        <p:spPr>
          <a:xfrm>
            <a:off x="7004304" y="4014216"/>
            <a:ext cx="713232" cy="237744"/>
          </a:xfrm>
          <a:prstGeom prst="roundRect">
            <a:avLst>
              <a:gd name="adj" fmla="val 50000"/>
            </a:avLst>
          </a:prstGeom>
          <a:gradFill flip="none" rotWithShape="1">
            <a:gsLst>
              <a:gs pos="0">
                <a:srgbClr val="2EF2B0"/>
              </a:gs>
              <a:gs pos="50000">
                <a:srgbClr val="19B8FF"/>
              </a:gs>
              <a:gs pos="100000">
                <a:srgbClr val="7C5CFF"/>
              </a:gs>
            </a:gsLst>
            <a:lin ang="0" scaled="0"/>
          </a:gradFill>
          <a:ln/>
        </p:spPr>
      </p:sp>
      <p:sp>
        <p:nvSpPr>
          <p:cNvPr id="37" name="tv|fade|6|"/>
          <p:cNvSpPr txBox="1"/>
          <p:nvPr/>
        </p:nvSpPr>
        <p:spPr>
          <a:xfrm>
            <a:off x="10378440" y="3931920"/>
            <a:ext cx="1261872" cy="402336"/>
          </a:xfrm>
          <a:prstGeom prst="rect">
            <a:avLst/>
          </a:prstGeom>
          <a:noFill/>
          <a:ln/>
        </p:spPr>
        <p:txBody>
          <a:bodyPr wrap="square" lIns="0" tIns="0" rIns="0" bIns="0" rtlCol="0" anchor="ctr"/>
          <a:lstStyle/>
          <a:p>
            <a:pPr indent="0" marL="0">
              <a:buNone/>
            </a:pPr>
            <a:r>
              <a:rPr lang="en-US" sz="1200" b="1" dirty="0">
                <a:solidFill>
                  <a:srgbClr val="2EF2B0"/>
                </a:solidFill>
              </a:rPr>
              <a:t>✓  Completed</a:t>
            </a:r>
            <a:endParaRPr lang="en-US" sz="1200" dirty="0"/>
          </a:p>
        </p:txBody>
      </p:sp>
      <p:sp>
        <p:nvSpPr>
          <p:cNvPr id="38" name="tv|fade|7|"/>
          <p:cNvSpPr/>
          <p:nvPr/>
        </p:nvSpPr>
        <p:spPr>
          <a:xfrm>
            <a:off x="548640" y="4407408"/>
            <a:ext cx="11091672" cy="402336"/>
          </a:xfrm>
          <a:prstGeom prst="roundRect">
            <a:avLst>
              <a:gd name="adj" fmla="val 22727"/>
            </a:avLst>
          </a:prstGeom>
          <a:solidFill>
            <a:srgbClr val="0B2230">
              <a:alpha val="60000"/>
            </a:srgbClr>
          </a:solidFill>
          <a:ln/>
        </p:spPr>
      </p:sp>
      <p:sp>
        <p:nvSpPr>
          <p:cNvPr id="39" name="tv|fade|7|"/>
          <p:cNvSpPr txBox="1"/>
          <p:nvPr/>
        </p:nvSpPr>
        <p:spPr>
          <a:xfrm>
            <a:off x="777240" y="4407408"/>
            <a:ext cx="2834640" cy="402336"/>
          </a:xfrm>
          <a:prstGeom prst="rect">
            <a:avLst/>
          </a:prstGeom>
          <a:noFill/>
          <a:ln/>
        </p:spPr>
        <p:txBody>
          <a:bodyPr wrap="square" lIns="0" tIns="0" rIns="0" bIns="0" rtlCol="0" anchor="ctr"/>
          <a:lstStyle/>
          <a:p>
            <a:pPr indent="0" marL="0">
              <a:buNone/>
            </a:pPr>
            <a:r>
              <a:rPr lang="en-US" sz="1300" dirty="0">
                <a:solidFill>
                  <a:srgbClr val="EEFBFF"/>
                </a:solidFill>
              </a:rPr>
              <a:t>Integration &amp; Testing</a:t>
            </a:r>
            <a:endParaRPr lang="en-US" sz="1300" dirty="0"/>
          </a:p>
        </p:txBody>
      </p:sp>
      <p:sp>
        <p:nvSpPr>
          <p:cNvPr id="40" name="tv|wipe|7|"/>
          <p:cNvSpPr/>
          <p:nvPr/>
        </p:nvSpPr>
        <p:spPr>
          <a:xfrm>
            <a:off x="7827264" y="4489704"/>
            <a:ext cx="713232" cy="237744"/>
          </a:xfrm>
          <a:prstGeom prst="roundRect">
            <a:avLst>
              <a:gd name="adj" fmla="val 50000"/>
            </a:avLst>
          </a:prstGeom>
          <a:gradFill flip="none" rotWithShape="1">
            <a:gsLst>
              <a:gs pos="0">
                <a:srgbClr val="2EF2B0"/>
              </a:gs>
              <a:gs pos="50000">
                <a:srgbClr val="19B8FF"/>
              </a:gs>
              <a:gs pos="100000">
                <a:srgbClr val="7C5CFF"/>
              </a:gs>
            </a:gsLst>
            <a:lin ang="0" scaled="0"/>
          </a:gradFill>
          <a:ln/>
        </p:spPr>
      </p:sp>
      <p:sp>
        <p:nvSpPr>
          <p:cNvPr id="41" name="tv|fade|7|"/>
          <p:cNvSpPr txBox="1"/>
          <p:nvPr/>
        </p:nvSpPr>
        <p:spPr>
          <a:xfrm>
            <a:off x="10378440" y="4407408"/>
            <a:ext cx="1261872" cy="402336"/>
          </a:xfrm>
          <a:prstGeom prst="rect">
            <a:avLst/>
          </a:prstGeom>
          <a:noFill/>
          <a:ln/>
        </p:spPr>
        <p:txBody>
          <a:bodyPr wrap="square" lIns="0" tIns="0" rIns="0" bIns="0" rtlCol="0" anchor="ctr"/>
          <a:lstStyle/>
          <a:p>
            <a:pPr indent="0" marL="0">
              <a:buNone/>
            </a:pPr>
            <a:r>
              <a:rPr lang="en-US" sz="1200" b="1" dirty="0">
                <a:solidFill>
                  <a:srgbClr val="2EF2B0"/>
                </a:solidFill>
              </a:rPr>
              <a:t>✓  Completed</a:t>
            </a:r>
            <a:endParaRPr lang="en-US" sz="1200" dirty="0"/>
          </a:p>
        </p:txBody>
      </p:sp>
      <p:sp>
        <p:nvSpPr>
          <p:cNvPr id="42" name="tv|fade|8|"/>
          <p:cNvSpPr/>
          <p:nvPr/>
        </p:nvSpPr>
        <p:spPr>
          <a:xfrm>
            <a:off x="548640" y="4882896"/>
            <a:ext cx="11091672" cy="402336"/>
          </a:xfrm>
          <a:prstGeom prst="roundRect">
            <a:avLst>
              <a:gd name="adj" fmla="val 22727"/>
            </a:avLst>
          </a:prstGeom>
          <a:solidFill>
            <a:srgbClr val="0B2230">
              <a:alpha val="85000"/>
            </a:srgbClr>
          </a:solidFill>
          <a:ln/>
        </p:spPr>
      </p:sp>
      <p:sp>
        <p:nvSpPr>
          <p:cNvPr id="43" name="tv|fade|8|"/>
          <p:cNvSpPr txBox="1"/>
          <p:nvPr/>
        </p:nvSpPr>
        <p:spPr>
          <a:xfrm>
            <a:off x="777240" y="4882896"/>
            <a:ext cx="2834640" cy="402336"/>
          </a:xfrm>
          <a:prstGeom prst="rect">
            <a:avLst/>
          </a:prstGeom>
          <a:noFill/>
          <a:ln/>
        </p:spPr>
        <p:txBody>
          <a:bodyPr wrap="square" lIns="0" tIns="0" rIns="0" bIns="0" rtlCol="0" anchor="ctr"/>
          <a:lstStyle/>
          <a:p>
            <a:pPr indent="0" marL="0">
              <a:buNone/>
            </a:pPr>
            <a:r>
              <a:rPr lang="en-US" sz="1300" dirty="0">
                <a:solidFill>
                  <a:srgbClr val="EEFBFF"/>
                </a:solidFill>
              </a:rPr>
              <a:t>Bug Fixing &amp; Optimization</a:t>
            </a:r>
            <a:endParaRPr lang="en-US" sz="1300" dirty="0"/>
          </a:p>
        </p:txBody>
      </p:sp>
      <p:sp>
        <p:nvSpPr>
          <p:cNvPr id="44" name="tv|wipe|8|"/>
          <p:cNvSpPr/>
          <p:nvPr/>
        </p:nvSpPr>
        <p:spPr>
          <a:xfrm>
            <a:off x="8650224" y="4965192"/>
            <a:ext cx="713232" cy="237744"/>
          </a:xfrm>
          <a:prstGeom prst="roundRect">
            <a:avLst>
              <a:gd name="adj" fmla="val 50000"/>
            </a:avLst>
          </a:prstGeom>
          <a:gradFill flip="none" rotWithShape="1">
            <a:gsLst>
              <a:gs pos="0">
                <a:srgbClr val="2EF2B0"/>
              </a:gs>
              <a:gs pos="50000">
                <a:srgbClr val="19B8FF"/>
              </a:gs>
              <a:gs pos="100000">
                <a:srgbClr val="7C5CFF"/>
              </a:gs>
            </a:gsLst>
            <a:lin ang="0" scaled="0"/>
          </a:gradFill>
          <a:ln/>
        </p:spPr>
      </p:sp>
      <p:sp>
        <p:nvSpPr>
          <p:cNvPr id="45" name="tv|fade|8|"/>
          <p:cNvSpPr txBox="1"/>
          <p:nvPr/>
        </p:nvSpPr>
        <p:spPr>
          <a:xfrm>
            <a:off x="10378440" y="4882896"/>
            <a:ext cx="1261872" cy="402336"/>
          </a:xfrm>
          <a:prstGeom prst="rect">
            <a:avLst/>
          </a:prstGeom>
          <a:noFill/>
          <a:ln/>
        </p:spPr>
        <p:txBody>
          <a:bodyPr wrap="square" lIns="0" tIns="0" rIns="0" bIns="0" rtlCol="0" anchor="ctr"/>
          <a:lstStyle/>
          <a:p>
            <a:pPr indent="0" marL="0">
              <a:buNone/>
            </a:pPr>
            <a:r>
              <a:rPr lang="en-US" sz="1200" b="1" dirty="0">
                <a:solidFill>
                  <a:srgbClr val="2EF2B0"/>
                </a:solidFill>
              </a:rPr>
              <a:t>✓  Completed</a:t>
            </a:r>
            <a:endParaRPr lang="en-US" sz="1200" dirty="0"/>
          </a:p>
        </p:txBody>
      </p:sp>
      <p:sp>
        <p:nvSpPr>
          <p:cNvPr id="46" name="tv|fade|9|"/>
          <p:cNvSpPr/>
          <p:nvPr/>
        </p:nvSpPr>
        <p:spPr>
          <a:xfrm>
            <a:off x="548640" y="5358384"/>
            <a:ext cx="11091672" cy="402336"/>
          </a:xfrm>
          <a:prstGeom prst="roundRect">
            <a:avLst>
              <a:gd name="adj" fmla="val 22727"/>
            </a:avLst>
          </a:prstGeom>
          <a:solidFill>
            <a:srgbClr val="0B2230">
              <a:alpha val="60000"/>
            </a:srgbClr>
          </a:solidFill>
          <a:ln/>
        </p:spPr>
      </p:sp>
      <p:sp>
        <p:nvSpPr>
          <p:cNvPr id="47" name="tv|fade|9|"/>
          <p:cNvSpPr txBox="1"/>
          <p:nvPr/>
        </p:nvSpPr>
        <p:spPr>
          <a:xfrm>
            <a:off x="777240" y="5358384"/>
            <a:ext cx="2834640" cy="402336"/>
          </a:xfrm>
          <a:prstGeom prst="rect">
            <a:avLst/>
          </a:prstGeom>
          <a:noFill/>
          <a:ln/>
        </p:spPr>
        <p:txBody>
          <a:bodyPr wrap="square" lIns="0" tIns="0" rIns="0" bIns="0" rtlCol="0" anchor="ctr"/>
          <a:lstStyle/>
          <a:p>
            <a:pPr indent="0" marL="0">
              <a:buNone/>
            </a:pPr>
            <a:r>
              <a:rPr lang="en-US" sz="1300" b="1" dirty="0">
                <a:solidFill>
                  <a:srgbClr val="EEFBFF"/>
                </a:solidFill>
              </a:rPr>
              <a:t>Documentation &amp; Final Review</a:t>
            </a:r>
            <a:endParaRPr lang="en-US" sz="1300" dirty="0"/>
          </a:p>
        </p:txBody>
      </p:sp>
      <p:sp>
        <p:nvSpPr>
          <p:cNvPr id="48" name="tv|wipe|9|"/>
          <p:cNvSpPr/>
          <p:nvPr/>
        </p:nvSpPr>
        <p:spPr>
          <a:xfrm>
            <a:off x="9473184" y="5440680"/>
            <a:ext cx="713232" cy="237744"/>
          </a:xfrm>
          <a:prstGeom prst="roundRect">
            <a:avLst>
              <a:gd name="adj" fmla="val 50000"/>
            </a:avLst>
          </a:prstGeom>
          <a:gradFill flip="none" rotWithShape="1">
            <a:gsLst>
              <a:gs pos="0">
                <a:srgbClr val="2EF2B0">
                  <a:alpha val="55000"/>
                </a:srgbClr>
              </a:gs>
              <a:gs pos="50000">
                <a:srgbClr val="19B8FF">
                  <a:alpha val="55000"/>
                </a:srgbClr>
              </a:gs>
              <a:gs pos="100000">
                <a:srgbClr val="7C5CFF">
                  <a:alpha val="55000"/>
                </a:srgbClr>
              </a:gs>
            </a:gsLst>
            <a:lin ang="0" scaled="0"/>
          </a:gradFill>
          <a:ln w="15875">
            <a:gradFill flip="none" rotWithShape="1">
              <a:gsLst>
                <a:gs pos="0">
                  <a:srgbClr val="2EF2B0"/>
                </a:gs>
                <a:gs pos="50000">
                  <a:srgbClr val="19B8FF"/>
                </a:gs>
                <a:gs pos="100000">
                  <a:srgbClr val="7C5CFF"/>
                </a:gs>
              </a:gsLst>
              <a:lin ang="0" scaled="0"/>
            </a:gradFill>
            <a:prstDash val="dash"/>
          </a:ln>
        </p:spPr>
      </p:sp>
      <p:sp>
        <p:nvSpPr>
          <p:cNvPr id="49" name="tv|fade|9|"/>
          <p:cNvSpPr txBox="1"/>
          <p:nvPr/>
        </p:nvSpPr>
        <p:spPr>
          <a:xfrm>
            <a:off x="10378440" y="5358384"/>
            <a:ext cx="1261872" cy="402336"/>
          </a:xfrm>
          <a:prstGeom prst="rect">
            <a:avLst/>
          </a:prstGeom>
          <a:noFill/>
          <a:ln/>
        </p:spPr>
        <p:txBody>
          <a:bodyPr wrap="square" lIns="0" tIns="0" rIns="0" bIns="0" rtlCol="0" anchor="ctr"/>
          <a:lstStyle/>
          <a:p>
            <a:pPr indent="0" marL="0">
              <a:buNone/>
            </a:pPr>
            <a:r>
              <a:rPr lang="en-US" sz="1200" b="1" dirty="0">
                <a:solidFill>
                  <a:srgbClr val="2EF2B0"/>
                </a:solidFill>
              </a:rPr>
              <a:t>●  In progress</a:t>
            </a:r>
            <a:endParaRPr lang="en-US" sz="1200" dirty="0"/>
          </a:p>
        </p:txBody>
      </p:sp>
      <p:sp>
        <p:nvSpPr>
          <p:cNvPr id="50" name="tv|fade|10|"/>
          <p:cNvSpPr txBox="1"/>
          <p:nvPr/>
        </p:nvSpPr>
        <p:spPr>
          <a:xfrm>
            <a:off x="777240" y="5897880"/>
            <a:ext cx="10058400" cy="274320"/>
          </a:xfrm>
          <a:prstGeom prst="rect">
            <a:avLst/>
          </a:prstGeom>
          <a:noFill/>
          <a:ln/>
        </p:spPr>
        <p:txBody>
          <a:bodyPr wrap="square" lIns="0" tIns="0" rIns="0" bIns="0" rtlCol="0" anchor="t"/>
          <a:lstStyle/>
          <a:p>
            <a:pPr indent="0" marL="0">
              <a:buNone/>
            </a:pPr>
            <a:r>
              <a:rPr lang="en-US" sz="1300" b="1" dirty="0">
                <a:gradFill flip="none" rotWithShape="1">
                  <a:gsLst>
                    <a:gs pos="0">
                      <a:srgbClr val="2EF2B0"/>
                    </a:gs>
                    <a:gs pos="50000">
                      <a:srgbClr val="19B8FF"/>
                    </a:gs>
                    <a:gs pos="100000">
                      <a:srgbClr val="7C5CFF"/>
                    </a:gs>
                  </a:gsLst>
                  <a:lin ang="0" scaled="0"/>
                </a:gradFill>
              </a:rPr>
              <a:t>7 of 8 weeks complete.  </a:t>
            </a:r>
            <a:pPr indent="0" marL="0">
              <a:buNone/>
            </a:pPr>
            <a:r>
              <a:rPr lang="en-US" sz="1300" dirty="0">
                <a:solidFill>
                  <a:srgbClr val="9FC4CF"/>
                </a:solidFill>
              </a:rPr>
              <a:t>Week 8, documentation and the final review, is in progress.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15</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10"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par>
                                <p:cTn id="12" presetID="10" presetClass="entr" presetSubtype="0" fill="hold" grpId="0" nodeType="withEffect">
                                  <p:stCondLst>
                                    <p:cond delay="310"/>
                                  </p:stCondLst>
                                  <p:childTnLst>
                                    <p:set>
                                      <p:cBhvr>
                                        <p:cTn id="11" dur="1" fill="hold">
                                          <p:stCondLst>
                                            <p:cond delay="0"/>
                                          </p:stCondLst>
                                        </p:cTn>
                                        <p:tgtEl>
                                          <p:spTgt spid="9"/>
                                        </p:tgtEl>
                                        <p:attrNameLst>
                                          <p:attrName>style.visibility</p:attrName>
                                        </p:attrNameLst>
                                      </p:cBhvr>
                                      <p:to>
                                        <p:strVal val="visible"/>
                                      </p:to>
                                    </p:set>
                                    <p:animEffect transition="in" filter="fade">
                                      <p:cBhvr>
                                        <p:cTn id="13" dur="600"/>
                                        <p:tgtEl>
                                          <p:spTgt spid="9"/>
                                        </p:tgtEl>
                                      </p:cBhvr>
                                    </p:animEffect>
                                  </p:childTnLst>
                                </p:cTn>
                              </p:par>
                              <p:par>
                                <p:cTn id="15" presetID="10" presetClass="entr" presetSubtype="0" fill="hold" grpId="0" nodeType="withEffect">
                                  <p:stCondLst>
                                    <p:cond delay="310"/>
                                  </p:stCondLst>
                                  <p:childTnLst>
                                    <p:set>
                                      <p:cBhvr>
                                        <p:cTn id="14" dur="1" fill="hold">
                                          <p:stCondLst>
                                            <p:cond delay="0"/>
                                          </p:stCondLst>
                                        </p:cTn>
                                        <p:tgtEl>
                                          <p:spTgt spid="10"/>
                                        </p:tgtEl>
                                        <p:attrNameLst>
                                          <p:attrName>style.visibility</p:attrName>
                                        </p:attrNameLst>
                                      </p:cBhvr>
                                      <p:to>
                                        <p:strVal val="visible"/>
                                      </p:to>
                                    </p:set>
                                    <p:animEffect transition="in" filter="fade">
                                      <p:cBhvr>
                                        <p:cTn id="16" dur="600"/>
                                        <p:tgtEl>
                                          <p:spTgt spid="10"/>
                                        </p:tgtEl>
                                      </p:cBhvr>
                                    </p:animEffect>
                                  </p:childTnLst>
                                </p:cTn>
                              </p:par>
                              <p:par>
                                <p:cTn id="18" presetID="10" presetClass="entr" presetSubtype="0" fill="hold" grpId="0" nodeType="withEffect">
                                  <p:stCondLst>
                                    <p:cond delay="310"/>
                                  </p:stCondLst>
                                  <p:childTnLst>
                                    <p:set>
                                      <p:cBhvr>
                                        <p:cTn id="17" dur="1" fill="hold">
                                          <p:stCondLst>
                                            <p:cond delay="0"/>
                                          </p:stCondLst>
                                        </p:cTn>
                                        <p:tgtEl>
                                          <p:spTgt spid="11"/>
                                        </p:tgtEl>
                                        <p:attrNameLst>
                                          <p:attrName>style.visibility</p:attrName>
                                        </p:attrNameLst>
                                      </p:cBhvr>
                                      <p:to>
                                        <p:strVal val="visible"/>
                                      </p:to>
                                    </p:set>
                                    <p:animEffect transition="in" filter="fade">
                                      <p:cBhvr>
                                        <p:cTn id="19" dur="600"/>
                                        <p:tgtEl>
                                          <p:spTgt spid="11"/>
                                        </p:tgtEl>
                                      </p:cBhvr>
                                    </p:animEffect>
                                  </p:childTnLst>
                                </p:cTn>
                              </p:par>
                              <p:par>
                                <p:cTn id="21" presetID="10" presetClass="entr" presetSubtype="0" fill="hold" grpId="0" nodeType="withEffect">
                                  <p:stCondLst>
                                    <p:cond delay="310"/>
                                  </p:stCondLst>
                                  <p:childTnLst>
                                    <p:set>
                                      <p:cBhvr>
                                        <p:cTn id="20" dur="1" fill="hold">
                                          <p:stCondLst>
                                            <p:cond delay="0"/>
                                          </p:stCondLst>
                                        </p:cTn>
                                        <p:tgtEl>
                                          <p:spTgt spid="12"/>
                                        </p:tgtEl>
                                        <p:attrNameLst>
                                          <p:attrName>style.visibility</p:attrName>
                                        </p:attrNameLst>
                                      </p:cBhvr>
                                      <p:to>
                                        <p:strVal val="visible"/>
                                      </p:to>
                                    </p:set>
                                    <p:animEffect transition="in" filter="fade">
                                      <p:cBhvr>
                                        <p:cTn id="22" dur="600"/>
                                        <p:tgtEl>
                                          <p:spTgt spid="12"/>
                                        </p:tgtEl>
                                      </p:cBhvr>
                                    </p:animEffect>
                                  </p:childTnLst>
                                </p:cTn>
                              </p:par>
                              <p:par>
                                <p:cTn id="24" presetID="10" presetClass="entr" presetSubtype="0" fill="hold" grpId="0" nodeType="withEffect">
                                  <p:stCondLst>
                                    <p:cond delay="310"/>
                                  </p:stCondLst>
                                  <p:childTnLst>
                                    <p:set>
                                      <p:cBhvr>
                                        <p:cTn id="23" dur="1" fill="hold">
                                          <p:stCondLst>
                                            <p:cond delay="0"/>
                                          </p:stCondLst>
                                        </p:cTn>
                                        <p:tgtEl>
                                          <p:spTgt spid="13"/>
                                        </p:tgtEl>
                                        <p:attrNameLst>
                                          <p:attrName>style.visibility</p:attrName>
                                        </p:attrNameLst>
                                      </p:cBhvr>
                                      <p:to>
                                        <p:strVal val="visible"/>
                                      </p:to>
                                    </p:set>
                                    <p:animEffect transition="in" filter="fade">
                                      <p:cBhvr>
                                        <p:cTn id="25" dur="600"/>
                                        <p:tgtEl>
                                          <p:spTgt spid="13"/>
                                        </p:tgtEl>
                                      </p:cBhvr>
                                    </p:animEffect>
                                  </p:childTnLst>
                                </p:cTn>
                              </p:par>
                              <p:par>
                                <p:cTn id="27" presetID="10" presetClass="entr" presetSubtype="0" fill="hold" grpId="0" nodeType="withEffect">
                                  <p:stCondLst>
                                    <p:cond delay="310"/>
                                  </p:stCondLst>
                                  <p:childTnLst>
                                    <p:set>
                                      <p:cBhvr>
                                        <p:cTn id="26" dur="1" fill="hold">
                                          <p:stCondLst>
                                            <p:cond delay="0"/>
                                          </p:stCondLst>
                                        </p:cTn>
                                        <p:tgtEl>
                                          <p:spTgt spid="14"/>
                                        </p:tgtEl>
                                        <p:attrNameLst>
                                          <p:attrName>style.visibility</p:attrName>
                                        </p:attrNameLst>
                                      </p:cBhvr>
                                      <p:to>
                                        <p:strVal val="visible"/>
                                      </p:to>
                                    </p:set>
                                    <p:animEffect transition="in" filter="fade">
                                      <p:cBhvr>
                                        <p:cTn id="28" dur="600"/>
                                        <p:tgtEl>
                                          <p:spTgt spid="14"/>
                                        </p:tgtEl>
                                      </p:cBhvr>
                                    </p:animEffect>
                                  </p:childTnLst>
                                </p:cTn>
                              </p:par>
                              <p:par>
                                <p:cTn id="30" presetID="10" presetClass="entr" presetSubtype="0" fill="hold" grpId="0" nodeType="withEffect">
                                  <p:stCondLst>
                                    <p:cond delay="310"/>
                                  </p:stCondLst>
                                  <p:childTnLst>
                                    <p:set>
                                      <p:cBhvr>
                                        <p:cTn id="29" dur="1" fill="hold">
                                          <p:stCondLst>
                                            <p:cond delay="0"/>
                                          </p:stCondLst>
                                        </p:cTn>
                                        <p:tgtEl>
                                          <p:spTgt spid="15"/>
                                        </p:tgtEl>
                                        <p:attrNameLst>
                                          <p:attrName>style.visibility</p:attrName>
                                        </p:attrNameLst>
                                      </p:cBhvr>
                                      <p:to>
                                        <p:strVal val="visible"/>
                                      </p:to>
                                    </p:set>
                                    <p:animEffect transition="in" filter="fade">
                                      <p:cBhvr>
                                        <p:cTn id="31" dur="600"/>
                                        <p:tgtEl>
                                          <p:spTgt spid="15"/>
                                        </p:tgtEl>
                                      </p:cBhvr>
                                    </p:animEffect>
                                  </p:childTnLst>
                                </p:cTn>
                              </p:par>
                              <p:par>
                                <p:cTn id="33" presetID="10" presetClass="entr" presetSubtype="0" fill="hold" grpId="0" nodeType="withEffect">
                                  <p:stCondLst>
                                    <p:cond delay="310"/>
                                  </p:stCondLst>
                                  <p:childTnLst>
                                    <p:set>
                                      <p:cBhvr>
                                        <p:cTn id="32" dur="1" fill="hold">
                                          <p:stCondLst>
                                            <p:cond delay="0"/>
                                          </p:stCondLst>
                                        </p:cTn>
                                        <p:tgtEl>
                                          <p:spTgt spid="16"/>
                                        </p:tgtEl>
                                        <p:attrNameLst>
                                          <p:attrName>style.visibility</p:attrName>
                                        </p:attrNameLst>
                                      </p:cBhvr>
                                      <p:to>
                                        <p:strVal val="visible"/>
                                      </p:to>
                                    </p:set>
                                    <p:animEffect transition="in" filter="fade">
                                      <p:cBhvr>
                                        <p:cTn id="34" dur="600"/>
                                        <p:tgtEl>
                                          <p:spTgt spid="16"/>
                                        </p:tgtEl>
                                      </p:cBhvr>
                                    </p:animEffect>
                                  </p:childTnLst>
                                </p:cTn>
                              </p:par>
                              <p:par>
                                <p:cTn id="36" presetID="10" presetClass="entr" presetSubtype="0" fill="hold" grpId="0" nodeType="withEffect">
                                  <p:stCondLst>
                                    <p:cond delay="310"/>
                                  </p:stCondLst>
                                  <p:childTnLst>
                                    <p:set>
                                      <p:cBhvr>
                                        <p:cTn id="35" dur="1" fill="hold">
                                          <p:stCondLst>
                                            <p:cond delay="0"/>
                                          </p:stCondLst>
                                        </p:cTn>
                                        <p:tgtEl>
                                          <p:spTgt spid="17"/>
                                        </p:tgtEl>
                                        <p:attrNameLst>
                                          <p:attrName>style.visibility</p:attrName>
                                        </p:attrNameLst>
                                      </p:cBhvr>
                                      <p:to>
                                        <p:strVal val="visible"/>
                                      </p:to>
                                    </p:set>
                                    <p:animEffect transition="in" filter="fade">
                                      <p:cBhvr>
                                        <p:cTn id="37" dur="600"/>
                                        <p:tgtEl>
                                          <p:spTgt spid="17"/>
                                        </p:tgtEl>
                                      </p:cBhvr>
                                    </p:animEffect>
                                  </p:childTnLst>
                                </p:cTn>
                              </p:par>
                              <p:par>
                                <p:cTn id="39" presetID="10" presetClass="entr" presetSubtype="0" fill="hold" grpId="0" nodeType="withEffect">
                                  <p:stCondLst>
                                    <p:cond delay="470"/>
                                  </p:stCondLst>
                                  <p:childTnLst>
                                    <p:set>
                                      <p:cBhvr>
                                        <p:cTn id="38" dur="1" fill="hold">
                                          <p:stCondLst>
                                            <p:cond delay="0"/>
                                          </p:stCondLst>
                                        </p:cTn>
                                        <p:tgtEl>
                                          <p:spTgt spid="18"/>
                                        </p:tgtEl>
                                        <p:attrNameLst>
                                          <p:attrName>style.visibility</p:attrName>
                                        </p:attrNameLst>
                                      </p:cBhvr>
                                      <p:to>
                                        <p:strVal val="visible"/>
                                      </p:to>
                                    </p:set>
                                    <p:animEffect transition="in" filter="fade">
                                      <p:cBhvr>
                                        <p:cTn id="40" dur="600"/>
                                        <p:tgtEl>
                                          <p:spTgt spid="18"/>
                                        </p:tgtEl>
                                      </p:cBhvr>
                                    </p:animEffect>
                                  </p:childTnLst>
                                </p:cTn>
                              </p:par>
                              <p:par>
                                <p:cTn id="42" presetID="10" presetClass="entr" presetSubtype="0" fill="hold" grpId="0" nodeType="withEffect">
                                  <p:stCondLst>
                                    <p:cond delay="470"/>
                                  </p:stCondLst>
                                  <p:childTnLst>
                                    <p:set>
                                      <p:cBhvr>
                                        <p:cTn id="41" dur="1" fill="hold">
                                          <p:stCondLst>
                                            <p:cond delay="0"/>
                                          </p:stCondLst>
                                        </p:cTn>
                                        <p:tgtEl>
                                          <p:spTgt spid="19"/>
                                        </p:tgtEl>
                                        <p:attrNameLst>
                                          <p:attrName>style.visibility</p:attrName>
                                        </p:attrNameLst>
                                      </p:cBhvr>
                                      <p:to>
                                        <p:strVal val="visible"/>
                                      </p:to>
                                    </p:set>
                                    <p:animEffect transition="in" filter="fade">
                                      <p:cBhvr>
                                        <p:cTn id="43" dur="600"/>
                                        <p:tgtEl>
                                          <p:spTgt spid="19"/>
                                        </p:tgtEl>
                                      </p:cBhvr>
                                    </p:animEffect>
                                  </p:childTnLst>
                                </p:cTn>
                              </p:par>
                              <p:par>
                                <p:cTn id="45" presetID="22" presetClass="entr" presetSubtype="8" fill="hold" grpId="0" nodeType="withEffect">
                                  <p:stCondLst>
                                    <p:cond delay="47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6" dur="600"/>
                                        <p:tgtEl>
                                          <p:spTgt spid="20"/>
                                        </p:tgtEl>
                                      </p:cBhvr>
                                    </p:animEffect>
                                  </p:childTnLst>
                                </p:cTn>
                              </p:par>
                              <p:par>
                                <p:cTn id="48" presetID="10" presetClass="entr" presetSubtype="0" fill="hold" grpId="0" nodeType="withEffect">
                                  <p:stCondLst>
                                    <p:cond delay="470"/>
                                  </p:stCondLst>
                                  <p:childTnLst>
                                    <p:set>
                                      <p:cBhvr>
                                        <p:cTn id="47" dur="1" fill="hold">
                                          <p:stCondLst>
                                            <p:cond delay="0"/>
                                          </p:stCondLst>
                                        </p:cTn>
                                        <p:tgtEl>
                                          <p:spTgt spid="21"/>
                                        </p:tgtEl>
                                        <p:attrNameLst>
                                          <p:attrName>style.visibility</p:attrName>
                                        </p:attrNameLst>
                                      </p:cBhvr>
                                      <p:to>
                                        <p:strVal val="visible"/>
                                      </p:to>
                                    </p:set>
                                    <p:animEffect transition="in" filter="fade">
                                      <p:cBhvr>
                                        <p:cTn id="49" dur="600"/>
                                        <p:tgtEl>
                                          <p:spTgt spid="21"/>
                                        </p:tgtEl>
                                      </p:cBhvr>
                                    </p:animEffect>
                                  </p:childTnLst>
                                </p:cTn>
                              </p:par>
                              <p:par>
                                <p:cTn id="51" presetID="10" presetClass="entr" presetSubtype="0" fill="hold" grpId="0" nodeType="withEffect">
                                  <p:stCondLst>
                                    <p:cond delay="630"/>
                                  </p:stCondLst>
                                  <p:childTnLst>
                                    <p:set>
                                      <p:cBhvr>
                                        <p:cTn id="50" dur="1" fill="hold">
                                          <p:stCondLst>
                                            <p:cond delay="0"/>
                                          </p:stCondLst>
                                        </p:cTn>
                                        <p:tgtEl>
                                          <p:spTgt spid="22"/>
                                        </p:tgtEl>
                                        <p:attrNameLst>
                                          <p:attrName>style.visibility</p:attrName>
                                        </p:attrNameLst>
                                      </p:cBhvr>
                                      <p:to>
                                        <p:strVal val="visible"/>
                                      </p:to>
                                    </p:set>
                                    <p:animEffect transition="in" filter="fade">
                                      <p:cBhvr>
                                        <p:cTn id="52" dur="600"/>
                                        <p:tgtEl>
                                          <p:spTgt spid="22"/>
                                        </p:tgtEl>
                                      </p:cBhvr>
                                    </p:animEffect>
                                  </p:childTnLst>
                                </p:cTn>
                              </p:par>
                              <p:par>
                                <p:cTn id="54" presetID="10" presetClass="entr" presetSubtype="0" fill="hold" grpId="0" nodeType="withEffect">
                                  <p:stCondLst>
                                    <p:cond delay="630"/>
                                  </p:stCondLst>
                                  <p:childTnLst>
                                    <p:set>
                                      <p:cBhvr>
                                        <p:cTn id="53" dur="1" fill="hold">
                                          <p:stCondLst>
                                            <p:cond delay="0"/>
                                          </p:stCondLst>
                                        </p:cTn>
                                        <p:tgtEl>
                                          <p:spTgt spid="23"/>
                                        </p:tgtEl>
                                        <p:attrNameLst>
                                          <p:attrName>style.visibility</p:attrName>
                                        </p:attrNameLst>
                                      </p:cBhvr>
                                      <p:to>
                                        <p:strVal val="visible"/>
                                      </p:to>
                                    </p:set>
                                    <p:animEffect transition="in" filter="fade">
                                      <p:cBhvr>
                                        <p:cTn id="55" dur="600"/>
                                        <p:tgtEl>
                                          <p:spTgt spid="23"/>
                                        </p:tgtEl>
                                      </p:cBhvr>
                                    </p:animEffect>
                                  </p:childTnLst>
                                </p:cTn>
                              </p:par>
                              <p:par>
                                <p:cTn id="57" presetID="22" presetClass="entr" presetSubtype="8" fill="hold" grpId="0" nodeType="withEffect">
                                  <p:stCondLst>
                                    <p:cond delay="630"/>
                                  </p:stCondLst>
                                  <p:childTnLst>
                                    <p:set>
                                      <p:cBhvr>
                                        <p:cTn id="56" dur="1" fill="hold">
                                          <p:stCondLst>
                                            <p:cond delay="0"/>
                                          </p:stCondLst>
                                        </p:cTn>
                                        <p:tgtEl>
                                          <p:spTgt spid="24"/>
                                        </p:tgtEl>
                                        <p:attrNameLst>
                                          <p:attrName>style.visibility</p:attrName>
                                        </p:attrNameLst>
                                      </p:cBhvr>
                                      <p:to>
                                        <p:strVal val="visible"/>
                                      </p:to>
                                    </p:set>
                                    <p:animEffect transition="in" filter="wipe(left)">
                                      <p:cBhvr>
                                        <p:cTn id="58" dur="600"/>
                                        <p:tgtEl>
                                          <p:spTgt spid="24"/>
                                        </p:tgtEl>
                                      </p:cBhvr>
                                    </p:animEffect>
                                  </p:childTnLst>
                                </p:cTn>
                              </p:par>
                              <p:par>
                                <p:cTn id="60" presetID="10" presetClass="entr" presetSubtype="0" fill="hold" grpId="0" nodeType="withEffect">
                                  <p:stCondLst>
                                    <p:cond delay="630"/>
                                  </p:stCondLst>
                                  <p:childTnLst>
                                    <p:set>
                                      <p:cBhvr>
                                        <p:cTn id="59" dur="1" fill="hold">
                                          <p:stCondLst>
                                            <p:cond delay="0"/>
                                          </p:stCondLst>
                                        </p:cTn>
                                        <p:tgtEl>
                                          <p:spTgt spid="25"/>
                                        </p:tgtEl>
                                        <p:attrNameLst>
                                          <p:attrName>style.visibility</p:attrName>
                                        </p:attrNameLst>
                                      </p:cBhvr>
                                      <p:to>
                                        <p:strVal val="visible"/>
                                      </p:to>
                                    </p:set>
                                    <p:animEffect transition="in" filter="fade">
                                      <p:cBhvr>
                                        <p:cTn id="61" dur="600"/>
                                        <p:tgtEl>
                                          <p:spTgt spid="25"/>
                                        </p:tgtEl>
                                      </p:cBhvr>
                                    </p:animEffect>
                                  </p:childTnLst>
                                </p:cTn>
                              </p:par>
                              <p:par>
                                <p:cTn id="63" presetID="10" presetClass="entr" presetSubtype="0" fill="hold" grpId="0" nodeType="withEffect">
                                  <p:stCondLst>
                                    <p:cond delay="790"/>
                                  </p:stCondLst>
                                  <p:childTnLst>
                                    <p:set>
                                      <p:cBhvr>
                                        <p:cTn id="62" dur="1" fill="hold">
                                          <p:stCondLst>
                                            <p:cond delay="0"/>
                                          </p:stCondLst>
                                        </p:cTn>
                                        <p:tgtEl>
                                          <p:spTgt spid="26"/>
                                        </p:tgtEl>
                                        <p:attrNameLst>
                                          <p:attrName>style.visibility</p:attrName>
                                        </p:attrNameLst>
                                      </p:cBhvr>
                                      <p:to>
                                        <p:strVal val="visible"/>
                                      </p:to>
                                    </p:set>
                                    <p:animEffect transition="in" filter="fade">
                                      <p:cBhvr>
                                        <p:cTn id="64" dur="600"/>
                                        <p:tgtEl>
                                          <p:spTgt spid="26"/>
                                        </p:tgtEl>
                                      </p:cBhvr>
                                    </p:animEffect>
                                  </p:childTnLst>
                                </p:cTn>
                              </p:par>
                              <p:par>
                                <p:cTn id="66" presetID="10" presetClass="entr" presetSubtype="0" fill="hold" grpId="0" nodeType="withEffect">
                                  <p:stCondLst>
                                    <p:cond delay="790"/>
                                  </p:stCondLst>
                                  <p:childTnLst>
                                    <p:set>
                                      <p:cBhvr>
                                        <p:cTn id="65" dur="1" fill="hold">
                                          <p:stCondLst>
                                            <p:cond delay="0"/>
                                          </p:stCondLst>
                                        </p:cTn>
                                        <p:tgtEl>
                                          <p:spTgt spid="27"/>
                                        </p:tgtEl>
                                        <p:attrNameLst>
                                          <p:attrName>style.visibility</p:attrName>
                                        </p:attrNameLst>
                                      </p:cBhvr>
                                      <p:to>
                                        <p:strVal val="visible"/>
                                      </p:to>
                                    </p:set>
                                    <p:animEffect transition="in" filter="fade">
                                      <p:cBhvr>
                                        <p:cTn id="67" dur="600"/>
                                        <p:tgtEl>
                                          <p:spTgt spid="27"/>
                                        </p:tgtEl>
                                      </p:cBhvr>
                                    </p:animEffect>
                                  </p:childTnLst>
                                </p:cTn>
                              </p:par>
                              <p:par>
                                <p:cTn id="69" presetID="22" presetClass="entr" presetSubtype="8" fill="hold" grpId="0" nodeType="withEffect">
                                  <p:stCondLst>
                                    <p:cond delay="790"/>
                                  </p:stCondLst>
                                  <p:childTnLst>
                                    <p:set>
                                      <p:cBhvr>
                                        <p:cTn id="68" dur="1" fill="hold">
                                          <p:stCondLst>
                                            <p:cond delay="0"/>
                                          </p:stCondLst>
                                        </p:cTn>
                                        <p:tgtEl>
                                          <p:spTgt spid="28"/>
                                        </p:tgtEl>
                                        <p:attrNameLst>
                                          <p:attrName>style.visibility</p:attrName>
                                        </p:attrNameLst>
                                      </p:cBhvr>
                                      <p:to>
                                        <p:strVal val="visible"/>
                                      </p:to>
                                    </p:set>
                                    <p:animEffect transition="in" filter="wipe(left)">
                                      <p:cBhvr>
                                        <p:cTn id="70" dur="600"/>
                                        <p:tgtEl>
                                          <p:spTgt spid="28"/>
                                        </p:tgtEl>
                                      </p:cBhvr>
                                    </p:animEffect>
                                  </p:childTnLst>
                                </p:cTn>
                              </p:par>
                              <p:par>
                                <p:cTn id="72" presetID="10" presetClass="entr" presetSubtype="0" fill="hold" grpId="0" nodeType="withEffect">
                                  <p:stCondLst>
                                    <p:cond delay="790"/>
                                  </p:stCondLst>
                                  <p:childTnLst>
                                    <p:set>
                                      <p:cBhvr>
                                        <p:cTn id="71" dur="1" fill="hold">
                                          <p:stCondLst>
                                            <p:cond delay="0"/>
                                          </p:stCondLst>
                                        </p:cTn>
                                        <p:tgtEl>
                                          <p:spTgt spid="29"/>
                                        </p:tgtEl>
                                        <p:attrNameLst>
                                          <p:attrName>style.visibility</p:attrName>
                                        </p:attrNameLst>
                                      </p:cBhvr>
                                      <p:to>
                                        <p:strVal val="visible"/>
                                      </p:to>
                                    </p:set>
                                    <p:animEffect transition="in" filter="fade">
                                      <p:cBhvr>
                                        <p:cTn id="73" dur="600"/>
                                        <p:tgtEl>
                                          <p:spTgt spid="29"/>
                                        </p:tgtEl>
                                      </p:cBhvr>
                                    </p:animEffect>
                                  </p:childTnLst>
                                </p:cTn>
                              </p:par>
                              <p:par>
                                <p:cTn id="75" presetID="10" presetClass="entr" presetSubtype="0" fill="hold" grpId="0" nodeType="withEffect">
                                  <p:stCondLst>
                                    <p:cond delay="950"/>
                                  </p:stCondLst>
                                  <p:childTnLst>
                                    <p:set>
                                      <p:cBhvr>
                                        <p:cTn id="74" dur="1" fill="hold">
                                          <p:stCondLst>
                                            <p:cond delay="0"/>
                                          </p:stCondLst>
                                        </p:cTn>
                                        <p:tgtEl>
                                          <p:spTgt spid="30"/>
                                        </p:tgtEl>
                                        <p:attrNameLst>
                                          <p:attrName>style.visibility</p:attrName>
                                        </p:attrNameLst>
                                      </p:cBhvr>
                                      <p:to>
                                        <p:strVal val="visible"/>
                                      </p:to>
                                    </p:set>
                                    <p:animEffect transition="in" filter="fade">
                                      <p:cBhvr>
                                        <p:cTn id="76" dur="600"/>
                                        <p:tgtEl>
                                          <p:spTgt spid="30"/>
                                        </p:tgtEl>
                                      </p:cBhvr>
                                    </p:animEffect>
                                  </p:childTnLst>
                                </p:cTn>
                              </p:par>
                              <p:par>
                                <p:cTn id="78" presetID="10" presetClass="entr" presetSubtype="0" fill="hold" grpId="0" nodeType="withEffect">
                                  <p:stCondLst>
                                    <p:cond delay="950"/>
                                  </p:stCondLst>
                                  <p:childTnLst>
                                    <p:set>
                                      <p:cBhvr>
                                        <p:cTn id="77" dur="1" fill="hold">
                                          <p:stCondLst>
                                            <p:cond delay="0"/>
                                          </p:stCondLst>
                                        </p:cTn>
                                        <p:tgtEl>
                                          <p:spTgt spid="31"/>
                                        </p:tgtEl>
                                        <p:attrNameLst>
                                          <p:attrName>style.visibility</p:attrName>
                                        </p:attrNameLst>
                                      </p:cBhvr>
                                      <p:to>
                                        <p:strVal val="visible"/>
                                      </p:to>
                                    </p:set>
                                    <p:animEffect transition="in" filter="fade">
                                      <p:cBhvr>
                                        <p:cTn id="79" dur="600"/>
                                        <p:tgtEl>
                                          <p:spTgt spid="31"/>
                                        </p:tgtEl>
                                      </p:cBhvr>
                                    </p:animEffect>
                                  </p:childTnLst>
                                </p:cTn>
                              </p:par>
                              <p:par>
                                <p:cTn id="81" presetID="22" presetClass="entr" presetSubtype="8" fill="hold" grpId="0" nodeType="withEffect">
                                  <p:stCondLst>
                                    <p:cond delay="950"/>
                                  </p:stCondLst>
                                  <p:childTnLst>
                                    <p:set>
                                      <p:cBhvr>
                                        <p:cTn id="80" dur="1" fill="hold">
                                          <p:stCondLst>
                                            <p:cond delay="0"/>
                                          </p:stCondLst>
                                        </p:cTn>
                                        <p:tgtEl>
                                          <p:spTgt spid="32"/>
                                        </p:tgtEl>
                                        <p:attrNameLst>
                                          <p:attrName>style.visibility</p:attrName>
                                        </p:attrNameLst>
                                      </p:cBhvr>
                                      <p:to>
                                        <p:strVal val="visible"/>
                                      </p:to>
                                    </p:set>
                                    <p:animEffect transition="in" filter="wipe(left)">
                                      <p:cBhvr>
                                        <p:cTn id="82" dur="600"/>
                                        <p:tgtEl>
                                          <p:spTgt spid="32"/>
                                        </p:tgtEl>
                                      </p:cBhvr>
                                    </p:animEffect>
                                  </p:childTnLst>
                                </p:cTn>
                              </p:par>
                              <p:par>
                                <p:cTn id="84" presetID="10" presetClass="entr" presetSubtype="0" fill="hold" grpId="0" nodeType="withEffect">
                                  <p:stCondLst>
                                    <p:cond delay="950"/>
                                  </p:stCondLst>
                                  <p:childTnLst>
                                    <p:set>
                                      <p:cBhvr>
                                        <p:cTn id="83" dur="1" fill="hold">
                                          <p:stCondLst>
                                            <p:cond delay="0"/>
                                          </p:stCondLst>
                                        </p:cTn>
                                        <p:tgtEl>
                                          <p:spTgt spid="33"/>
                                        </p:tgtEl>
                                        <p:attrNameLst>
                                          <p:attrName>style.visibility</p:attrName>
                                        </p:attrNameLst>
                                      </p:cBhvr>
                                      <p:to>
                                        <p:strVal val="visible"/>
                                      </p:to>
                                    </p:set>
                                    <p:animEffect transition="in" filter="fade">
                                      <p:cBhvr>
                                        <p:cTn id="85" dur="600"/>
                                        <p:tgtEl>
                                          <p:spTgt spid="33"/>
                                        </p:tgtEl>
                                      </p:cBhvr>
                                    </p:animEffect>
                                  </p:childTnLst>
                                </p:cTn>
                              </p:par>
                              <p:par>
                                <p:cTn id="87" presetID="10" presetClass="entr" presetSubtype="0" fill="hold" grpId="0" nodeType="withEffect">
                                  <p:stCondLst>
                                    <p:cond delay="1110"/>
                                  </p:stCondLst>
                                  <p:childTnLst>
                                    <p:set>
                                      <p:cBhvr>
                                        <p:cTn id="86" dur="1" fill="hold">
                                          <p:stCondLst>
                                            <p:cond delay="0"/>
                                          </p:stCondLst>
                                        </p:cTn>
                                        <p:tgtEl>
                                          <p:spTgt spid="34"/>
                                        </p:tgtEl>
                                        <p:attrNameLst>
                                          <p:attrName>style.visibility</p:attrName>
                                        </p:attrNameLst>
                                      </p:cBhvr>
                                      <p:to>
                                        <p:strVal val="visible"/>
                                      </p:to>
                                    </p:set>
                                    <p:animEffect transition="in" filter="fade">
                                      <p:cBhvr>
                                        <p:cTn id="88" dur="600"/>
                                        <p:tgtEl>
                                          <p:spTgt spid="34"/>
                                        </p:tgtEl>
                                      </p:cBhvr>
                                    </p:animEffect>
                                  </p:childTnLst>
                                </p:cTn>
                              </p:par>
                              <p:par>
                                <p:cTn id="90" presetID="10" presetClass="entr" presetSubtype="0" fill="hold" grpId="0" nodeType="withEffect">
                                  <p:stCondLst>
                                    <p:cond delay="1110"/>
                                  </p:stCondLst>
                                  <p:childTnLst>
                                    <p:set>
                                      <p:cBhvr>
                                        <p:cTn id="89" dur="1" fill="hold">
                                          <p:stCondLst>
                                            <p:cond delay="0"/>
                                          </p:stCondLst>
                                        </p:cTn>
                                        <p:tgtEl>
                                          <p:spTgt spid="35"/>
                                        </p:tgtEl>
                                        <p:attrNameLst>
                                          <p:attrName>style.visibility</p:attrName>
                                        </p:attrNameLst>
                                      </p:cBhvr>
                                      <p:to>
                                        <p:strVal val="visible"/>
                                      </p:to>
                                    </p:set>
                                    <p:animEffect transition="in" filter="fade">
                                      <p:cBhvr>
                                        <p:cTn id="91" dur="600"/>
                                        <p:tgtEl>
                                          <p:spTgt spid="35"/>
                                        </p:tgtEl>
                                      </p:cBhvr>
                                    </p:animEffect>
                                  </p:childTnLst>
                                </p:cTn>
                              </p:par>
                              <p:par>
                                <p:cTn id="93" presetID="22" presetClass="entr" presetSubtype="8" fill="hold" grpId="0" nodeType="withEffect">
                                  <p:stCondLst>
                                    <p:cond delay="1110"/>
                                  </p:stCondLst>
                                  <p:childTnLst>
                                    <p:set>
                                      <p:cBhvr>
                                        <p:cTn id="92" dur="1" fill="hold">
                                          <p:stCondLst>
                                            <p:cond delay="0"/>
                                          </p:stCondLst>
                                        </p:cTn>
                                        <p:tgtEl>
                                          <p:spTgt spid="36"/>
                                        </p:tgtEl>
                                        <p:attrNameLst>
                                          <p:attrName>style.visibility</p:attrName>
                                        </p:attrNameLst>
                                      </p:cBhvr>
                                      <p:to>
                                        <p:strVal val="visible"/>
                                      </p:to>
                                    </p:set>
                                    <p:animEffect transition="in" filter="wipe(left)">
                                      <p:cBhvr>
                                        <p:cTn id="94" dur="600"/>
                                        <p:tgtEl>
                                          <p:spTgt spid="36"/>
                                        </p:tgtEl>
                                      </p:cBhvr>
                                    </p:animEffect>
                                  </p:childTnLst>
                                </p:cTn>
                              </p:par>
                              <p:par>
                                <p:cTn id="96" presetID="10" presetClass="entr" presetSubtype="0" fill="hold" grpId="0" nodeType="withEffect">
                                  <p:stCondLst>
                                    <p:cond delay="1110"/>
                                  </p:stCondLst>
                                  <p:childTnLst>
                                    <p:set>
                                      <p:cBhvr>
                                        <p:cTn id="95" dur="1" fill="hold">
                                          <p:stCondLst>
                                            <p:cond delay="0"/>
                                          </p:stCondLst>
                                        </p:cTn>
                                        <p:tgtEl>
                                          <p:spTgt spid="37"/>
                                        </p:tgtEl>
                                        <p:attrNameLst>
                                          <p:attrName>style.visibility</p:attrName>
                                        </p:attrNameLst>
                                      </p:cBhvr>
                                      <p:to>
                                        <p:strVal val="visible"/>
                                      </p:to>
                                    </p:set>
                                    <p:animEffect transition="in" filter="fade">
                                      <p:cBhvr>
                                        <p:cTn id="97" dur="600"/>
                                        <p:tgtEl>
                                          <p:spTgt spid="37"/>
                                        </p:tgtEl>
                                      </p:cBhvr>
                                    </p:animEffect>
                                  </p:childTnLst>
                                </p:cTn>
                              </p:par>
                              <p:par>
                                <p:cTn id="99" presetID="10" presetClass="entr" presetSubtype="0" fill="hold" grpId="0" nodeType="withEffect">
                                  <p:stCondLst>
                                    <p:cond delay="1270"/>
                                  </p:stCondLst>
                                  <p:childTnLst>
                                    <p:set>
                                      <p:cBhvr>
                                        <p:cTn id="98" dur="1" fill="hold">
                                          <p:stCondLst>
                                            <p:cond delay="0"/>
                                          </p:stCondLst>
                                        </p:cTn>
                                        <p:tgtEl>
                                          <p:spTgt spid="38"/>
                                        </p:tgtEl>
                                        <p:attrNameLst>
                                          <p:attrName>style.visibility</p:attrName>
                                        </p:attrNameLst>
                                      </p:cBhvr>
                                      <p:to>
                                        <p:strVal val="visible"/>
                                      </p:to>
                                    </p:set>
                                    <p:animEffect transition="in" filter="fade">
                                      <p:cBhvr>
                                        <p:cTn id="100" dur="600"/>
                                        <p:tgtEl>
                                          <p:spTgt spid="38"/>
                                        </p:tgtEl>
                                      </p:cBhvr>
                                    </p:animEffect>
                                  </p:childTnLst>
                                </p:cTn>
                              </p:par>
                              <p:par>
                                <p:cTn id="102" presetID="10" presetClass="entr" presetSubtype="0" fill="hold" grpId="0" nodeType="withEffect">
                                  <p:stCondLst>
                                    <p:cond delay="127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3" dur="600"/>
                                        <p:tgtEl>
                                          <p:spTgt spid="39"/>
                                        </p:tgtEl>
                                      </p:cBhvr>
                                    </p:animEffect>
                                  </p:childTnLst>
                                </p:cTn>
                              </p:par>
                              <p:par>
                                <p:cTn id="105" presetID="22" presetClass="entr" presetSubtype="8" fill="hold" grpId="0" nodeType="withEffect">
                                  <p:stCondLst>
                                    <p:cond delay="1270"/>
                                  </p:stCondLst>
                                  <p:childTnLst>
                                    <p:set>
                                      <p:cBhvr>
                                        <p:cTn id="104" dur="1" fill="hold">
                                          <p:stCondLst>
                                            <p:cond delay="0"/>
                                          </p:stCondLst>
                                        </p:cTn>
                                        <p:tgtEl>
                                          <p:spTgt spid="40"/>
                                        </p:tgtEl>
                                        <p:attrNameLst>
                                          <p:attrName>style.visibility</p:attrName>
                                        </p:attrNameLst>
                                      </p:cBhvr>
                                      <p:to>
                                        <p:strVal val="visible"/>
                                      </p:to>
                                    </p:set>
                                    <p:animEffect transition="in" filter="wipe(left)">
                                      <p:cBhvr>
                                        <p:cTn id="106" dur="600"/>
                                        <p:tgtEl>
                                          <p:spTgt spid="40"/>
                                        </p:tgtEl>
                                      </p:cBhvr>
                                    </p:animEffect>
                                  </p:childTnLst>
                                </p:cTn>
                              </p:par>
                              <p:par>
                                <p:cTn id="108" presetID="10" presetClass="entr" presetSubtype="0" fill="hold" grpId="0" nodeType="withEffect">
                                  <p:stCondLst>
                                    <p:cond delay="127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9" dur="600"/>
                                        <p:tgtEl>
                                          <p:spTgt spid="41"/>
                                        </p:tgtEl>
                                      </p:cBhvr>
                                    </p:animEffect>
                                  </p:childTnLst>
                                </p:cTn>
                              </p:par>
                              <p:par>
                                <p:cTn id="111" presetID="10" presetClass="entr" presetSubtype="0" fill="hold" grpId="0" nodeType="withEffect">
                                  <p:stCondLst>
                                    <p:cond delay="143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2" dur="600"/>
                                        <p:tgtEl>
                                          <p:spTgt spid="42"/>
                                        </p:tgtEl>
                                      </p:cBhvr>
                                    </p:animEffect>
                                  </p:childTnLst>
                                </p:cTn>
                              </p:par>
                              <p:par>
                                <p:cTn id="114" presetID="10" presetClass="entr" presetSubtype="0" fill="hold" grpId="0" nodeType="withEffect">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5" dur="600"/>
                                        <p:tgtEl>
                                          <p:spTgt spid="43"/>
                                        </p:tgtEl>
                                      </p:cBhvr>
                                    </p:animEffect>
                                  </p:childTnLst>
                                </p:cTn>
                              </p:par>
                              <p:par>
                                <p:cTn id="117" presetID="22" presetClass="entr" presetSubtype="8" fill="hold" grpId="0" nodeType="withEffect">
                                  <p:stCondLst>
                                    <p:cond delay="1430"/>
                                  </p:stCondLst>
                                  <p:childTnLst>
                                    <p:set>
                                      <p:cBhvr>
                                        <p:cTn id="116" dur="1" fill="hold">
                                          <p:stCondLst>
                                            <p:cond delay="0"/>
                                          </p:stCondLst>
                                        </p:cTn>
                                        <p:tgtEl>
                                          <p:spTgt spid="44"/>
                                        </p:tgtEl>
                                        <p:attrNameLst>
                                          <p:attrName>style.visibility</p:attrName>
                                        </p:attrNameLst>
                                      </p:cBhvr>
                                      <p:to>
                                        <p:strVal val="visible"/>
                                      </p:to>
                                    </p:set>
                                    <p:animEffect transition="in" filter="wipe(left)">
                                      <p:cBhvr>
                                        <p:cTn id="118" dur="600"/>
                                        <p:tgtEl>
                                          <p:spTgt spid="44"/>
                                        </p:tgtEl>
                                      </p:cBhvr>
                                    </p:animEffect>
                                  </p:childTnLst>
                                </p:cTn>
                              </p:par>
                              <p:par>
                                <p:cTn id="120" presetID="10" presetClass="entr" presetSubtype="0" fill="hold" grpId="0" nodeType="withEffect">
                                  <p:stCondLst>
                                    <p:cond delay="143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21" dur="600"/>
                                        <p:tgtEl>
                                          <p:spTgt spid="45"/>
                                        </p:tgtEl>
                                      </p:cBhvr>
                                    </p:animEffect>
                                  </p:childTnLst>
                                </p:cTn>
                              </p:par>
                              <p:par>
                                <p:cTn id="123" presetID="10" presetClass="entr" presetSubtype="0" fill="hold" grpId="0" nodeType="withEffect">
                                  <p:stCondLst>
                                    <p:cond delay="159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4" dur="600"/>
                                        <p:tgtEl>
                                          <p:spTgt spid="46"/>
                                        </p:tgtEl>
                                      </p:cBhvr>
                                    </p:animEffect>
                                  </p:childTnLst>
                                </p:cTn>
                              </p:par>
                              <p:par>
                                <p:cTn id="126" presetID="10" presetClass="entr" presetSubtype="0" fill="hold" grpId="0" nodeType="withEffect">
                                  <p:stCondLst>
                                    <p:cond delay="159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7" dur="600"/>
                                        <p:tgtEl>
                                          <p:spTgt spid="47"/>
                                        </p:tgtEl>
                                      </p:cBhvr>
                                    </p:animEffect>
                                  </p:childTnLst>
                                </p:cTn>
                              </p:par>
                              <p:par>
                                <p:cTn id="129" presetID="22" presetClass="entr" presetSubtype="8" fill="hold" grpId="0" nodeType="withEffect">
                                  <p:stCondLst>
                                    <p:cond delay="1590"/>
                                  </p:stCondLst>
                                  <p:childTnLst>
                                    <p:set>
                                      <p:cBhvr>
                                        <p:cTn id="128" dur="1" fill="hold">
                                          <p:stCondLst>
                                            <p:cond delay="0"/>
                                          </p:stCondLst>
                                        </p:cTn>
                                        <p:tgtEl>
                                          <p:spTgt spid="48"/>
                                        </p:tgtEl>
                                        <p:attrNameLst>
                                          <p:attrName>style.visibility</p:attrName>
                                        </p:attrNameLst>
                                      </p:cBhvr>
                                      <p:to>
                                        <p:strVal val="visible"/>
                                      </p:to>
                                    </p:set>
                                    <p:animEffect transition="in" filter="wipe(left)">
                                      <p:cBhvr>
                                        <p:cTn id="130" dur="600"/>
                                        <p:tgtEl>
                                          <p:spTgt spid="48"/>
                                        </p:tgtEl>
                                      </p:cBhvr>
                                    </p:animEffect>
                                  </p:childTnLst>
                                </p:cTn>
                              </p:par>
                              <p:par>
                                <p:cTn id="132" presetID="10" presetClass="entr" presetSubtype="0" fill="hold" grpId="0" nodeType="withEffect">
                                  <p:stCondLst>
                                    <p:cond delay="15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3" dur="600"/>
                                        <p:tgtEl>
                                          <p:spTgt spid="49"/>
                                        </p:tgtEl>
                                      </p:cBhvr>
                                    </p:animEffect>
                                  </p:childTnLst>
                                </p:cTn>
                              </p:par>
                              <p:par>
                                <p:cTn id="135" presetID="10" presetClass="entr" presetSubtype="0" fill="hold" grpId="0" nodeType="withEffect">
                                  <p:stCondLst>
                                    <p:cond delay="1750"/>
                                  </p:stCondLst>
                                  <p:childTnLst>
                                    <p:set>
                                      <p:cBhvr>
                                        <p:cTn id="134" dur="1" fill="hold">
                                          <p:stCondLst>
                                            <p:cond delay="0"/>
                                          </p:stCondLst>
                                        </p:cTn>
                                        <p:tgtEl>
                                          <p:spTgt spid="50"/>
                                        </p:tgtEl>
                                        <p:attrNameLst>
                                          <p:attrName>style.visibility</p:attrName>
                                        </p:attrNameLst>
                                      </p:cBhvr>
                                      <p:to>
                                        <p:strVal val="visible"/>
                                      </p:to>
                                    </p:set>
                                    <p:animEffect transition="in" filter="fade">
                                      <p:cBhvr>
                                        <p:cTn id="136" dur="6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49873" y="-2418325"/>
            <a:ext cx="4910033" cy="4910033"/>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35095" y="989243"/>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282708" y="3418125"/>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EEFBFF"/>
                </a:solidFill>
              </a:rPr>
              <a:t>Conclusion</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WRAPPING UP</a:t>
            </a:r>
            <a:endParaRPr lang="en-US" sz="1300" dirty="0"/>
          </a:p>
        </p:txBody>
      </p:sp>
      <p:sp>
        <p:nvSpPr>
          <p:cNvPr id="8" name="tv|zoom|1|badge"/>
          <p:cNvSpPr/>
          <p:nvPr/>
        </p:nvSpPr>
        <p:spPr>
          <a:xfrm>
            <a:off x="548640" y="1719072"/>
            <a:ext cx="548640" cy="54864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9"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1839773"/>
            <a:ext cx="307238" cy="307238"/>
          </a:xfrm>
          <a:prstGeom prst="rect">
            <a:avLst/>
          </a:prstGeom>
        </p:spPr>
      </p:pic>
      <p:sp>
        <p:nvSpPr>
          <p:cNvPr id="10" name="tv|rise|1|"/>
          <p:cNvSpPr txBox="1"/>
          <p:nvPr/>
        </p:nvSpPr>
        <p:spPr>
          <a:xfrm>
            <a:off x="1325880" y="1645920"/>
            <a:ext cx="5120640" cy="868680"/>
          </a:xfrm>
          <a:prstGeom prst="rect">
            <a:avLst/>
          </a:prstGeom>
          <a:noFill/>
          <a:ln/>
        </p:spPr>
        <p:txBody>
          <a:bodyPr wrap="square" lIns="0" tIns="0" rIns="0" bIns="0" rtlCol="0" anchor="ctr"/>
          <a:lstStyle/>
          <a:p>
            <a:pPr indent="0" marL="0">
              <a:buNone/>
            </a:pPr>
            <a:r>
              <a:rPr lang="en-US" sz="1600" dirty="0">
                <a:solidFill>
                  <a:srgbClr val="EEFBFF"/>
                </a:solidFill>
              </a:rPr>
              <a:t>TrustVault gives MCA students one encrypted, college-exclusive place for their identity and academic documents.</a:t>
            </a:r>
            <a:endParaRPr lang="en-US" sz="1600" dirty="0"/>
          </a:p>
        </p:txBody>
      </p:sp>
      <p:sp>
        <p:nvSpPr>
          <p:cNvPr id="11" name="tv|zoom|2|badge"/>
          <p:cNvSpPr/>
          <p:nvPr/>
        </p:nvSpPr>
        <p:spPr>
          <a:xfrm>
            <a:off x="548640" y="2798064"/>
            <a:ext cx="548640" cy="54864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2"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2918765"/>
            <a:ext cx="307238" cy="307238"/>
          </a:xfrm>
          <a:prstGeom prst="rect">
            <a:avLst/>
          </a:prstGeom>
        </p:spPr>
      </p:pic>
      <p:sp>
        <p:nvSpPr>
          <p:cNvPr id="13" name="tv|rise|2|"/>
          <p:cNvSpPr txBox="1"/>
          <p:nvPr/>
        </p:nvSpPr>
        <p:spPr>
          <a:xfrm>
            <a:off x="1325880" y="2724912"/>
            <a:ext cx="5120640" cy="868680"/>
          </a:xfrm>
          <a:prstGeom prst="rect">
            <a:avLst/>
          </a:prstGeom>
          <a:noFill/>
          <a:ln/>
        </p:spPr>
        <p:txBody>
          <a:bodyPr wrap="square" lIns="0" tIns="0" rIns="0" bIns="0" rtlCol="0" anchor="ctr"/>
          <a:lstStyle/>
          <a:p>
            <a:pPr indent="0" marL="0">
              <a:buNone/>
            </a:pPr>
            <a:r>
              <a:rPr lang="en-US" sz="1600" dirty="0">
                <a:solidFill>
                  <a:srgbClr val="EEFBFF"/>
                </a:solidFill>
              </a:rPr>
              <a:t>Automatic checks and a hash-chained ledger make verification faster, and every decision traceable.</a:t>
            </a:r>
            <a:endParaRPr lang="en-US" sz="1600" dirty="0"/>
          </a:p>
        </p:txBody>
      </p:sp>
      <p:sp>
        <p:nvSpPr>
          <p:cNvPr id="14" name="tv|zoom|3|badge"/>
          <p:cNvSpPr/>
          <p:nvPr/>
        </p:nvSpPr>
        <p:spPr>
          <a:xfrm>
            <a:off x="548640" y="3877056"/>
            <a:ext cx="548640" cy="54864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5"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9341" y="3997757"/>
            <a:ext cx="307238" cy="307238"/>
          </a:xfrm>
          <a:prstGeom prst="rect">
            <a:avLst/>
          </a:prstGeom>
        </p:spPr>
      </p:pic>
      <p:sp>
        <p:nvSpPr>
          <p:cNvPr id="16" name="tv|rise|3|"/>
          <p:cNvSpPr txBox="1"/>
          <p:nvPr/>
        </p:nvSpPr>
        <p:spPr>
          <a:xfrm>
            <a:off x="1325880" y="3803904"/>
            <a:ext cx="5120640" cy="868680"/>
          </a:xfrm>
          <a:prstGeom prst="rect">
            <a:avLst/>
          </a:prstGeom>
          <a:noFill/>
          <a:ln/>
        </p:spPr>
        <p:txBody>
          <a:bodyPr wrap="square" lIns="0" tIns="0" rIns="0" bIns="0" rtlCol="0" anchor="ctr"/>
          <a:lstStyle/>
          <a:p>
            <a:pPr indent="0" marL="0">
              <a:buNone/>
            </a:pPr>
            <a:r>
              <a:rPr lang="en-US" sz="1600" dirty="0">
                <a:solidFill>
                  <a:srgbClr val="EEFBFF"/>
                </a:solidFill>
              </a:rPr>
              <a:t>Consent comes first: faculty see only what a student shares, once, within 24 hours.</a:t>
            </a:r>
            <a:endParaRPr lang="en-US" sz="1600" dirty="0"/>
          </a:p>
        </p:txBody>
      </p:sp>
      <p:sp>
        <p:nvSpPr>
          <p:cNvPr id="17" name="tv|zoom|4|badge"/>
          <p:cNvSpPr/>
          <p:nvPr/>
        </p:nvSpPr>
        <p:spPr>
          <a:xfrm>
            <a:off x="548640" y="4956048"/>
            <a:ext cx="548640" cy="548640"/>
          </a:xfrm>
          <a:prstGeom prst="ellipse">
            <a:avLst/>
          </a:prstGeom>
          <a:solidFill>
            <a:srgbClr val="03111A">
              <a:alpha val="90000"/>
            </a:srgbClr>
          </a:solidFill>
          <a:ln w="19050">
            <a:gradFill flip="none" rotWithShape="1">
              <a:gsLst>
                <a:gs pos="0">
                  <a:srgbClr val="2EF2B0"/>
                </a:gs>
                <a:gs pos="50000">
                  <a:srgbClr val="19B8FF"/>
                </a:gs>
                <a:gs pos="100000">
                  <a:srgbClr val="7C5CFF"/>
                </a:gs>
              </a:gsLst>
              <a:lin ang="0" scaled="0"/>
            </a:gradFill>
            <a:prstDash val="solid"/>
          </a:ln>
        </p:spPr>
      </p:sp>
      <p:pic>
        <p:nvPicPr>
          <p:cNvPr id="18"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69341" y="5076749"/>
            <a:ext cx="307238" cy="307238"/>
          </a:xfrm>
          <a:prstGeom prst="rect">
            <a:avLst/>
          </a:prstGeom>
        </p:spPr>
      </p:pic>
      <p:sp>
        <p:nvSpPr>
          <p:cNvPr id="19" name="tv|rise|4|"/>
          <p:cNvSpPr txBox="1"/>
          <p:nvPr/>
        </p:nvSpPr>
        <p:spPr>
          <a:xfrm>
            <a:off x="1325880" y="4882896"/>
            <a:ext cx="5120640" cy="868680"/>
          </a:xfrm>
          <a:prstGeom prst="rect">
            <a:avLst/>
          </a:prstGeom>
          <a:noFill/>
          <a:ln/>
        </p:spPr>
        <p:txBody>
          <a:bodyPr wrap="square" lIns="0" tIns="0" rIns="0" bIns="0" rtlCol="0" anchor="ctr"/>
          <a:lstStyle/>
          <a:p>
            <a:pPr indent="0" marL="0">
              <a:buNone/>
            </a:pPr>
            <a:r>
              <a:rPr lang="en-US" sz="1600" dirty="0">
                <a:solidFill>
                  <a:srgbClr val="EEFBFF"/>
                </a:solidFill>
              </a:rPr>
              <a:t>Future scope: other departments and colleges, and verified sharing with employers.</a:t>
            </a:r>
            <a:endParaRPr lang="en-US" sz="1600" dirty="0"/>
          </a:p>
        </p:txBody>
      </p:sp>
      <p:sp>
        <p:nvSpPr>
          <p:cNvPr id="20" name="tv|zoom|2|"/>
          <p:cNvSpPr/>
          <p:nvPr/>
        </p:nvSpPr>
        <p:spPr>
          <a:xfrm>
            <a:off x="6949440" y="1645920"/>
            <a:ext cx="2240280" cy="2011680"/>
          </a:xfrm>
          <a:prstGeom prst="roundRect">
            <a:avLst>
              <a:gd name="adj" fmla="val 6364"/>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1" name="tv|zoom|2|"/>
          <p:cNvSpPr txBox="1"/>
          <p:nvPr/>
        </p:nvSpPr>
        <p:spPr>
          <a:xfrm>
            <a:off x="7178040" y="192024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3</a:t>
            </a:r>
            <a:endParaRPr lang="en-US" sz="4400" dirty="0"/>
          </a:p>
        </p:txBody>
      </p:sp>
      <p:sp>
        <p:nvSpPr>
          <p:cNvPr id="22" name="tv|zoom|2|"/>
          <p:cNvSpPr txBox="1"/>
          <p:nvPr/>
        </p:nvSpPr>
        <p:spPr>
          <a:xfrm>
            <a:off x="7178040" y="2880360"/>
            <a:ext cx="1828800" cy="594360"/>
          </a:xfrm>
          <a:prstGeom prst="rect">
            <a:avLst/>
          </a:prstGeom>
          <a:noFill/>
          <a:ln/>
        </p:spPr>
        <p:txBody>
          <a:bodyPr wrap="square" lIns="0" tIns="0" rIns="0" bIns="0" rtlCol="0" anchor="t"/>
          <a:lstStyle/>
          <a:p>
            <a:pPr indent="0" marL="0">
              <a:buNone/>
            </a:pPr>
            <a:r>
              <a:rPr lang="en-US" sz="1400" dirty="0">
                <a:solidFill>
                  <a:srgbClr val="9FC4CF"/>
                </a:solidFill>
              </a:rPr>
              <a:t>sign-in factors</a:t>
            </a:r>
            <a:endParaRPr lang="en-US" sz="1400" dirty="0"/>
          </a:p>
        </p:txBody>
      </p:sp>
      <p:sp>
        <p:nvSpPr>
          <p:cNvPr id="23" name="tv|zoom|3|"/>
          <p:cNvSpPr/>
          <p:nvPr/>
        </p:nvSpPr>
        <p:spPr>
          <a:xfrm>
            <a:off x="9400032" y="1645920"/>
            <a:ext cx="2240280" cy="2011680"/>
          </a:xfrm>
          <a:prstGeom prst="roundRect">
            <a:avLst>
              <a:gd name="adj" fmla="val 6364"/>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4" name="tv|zoom|3|"/>
          <p:cNvSpPr txBox="1"/>
          <p:nvPr/>
        </p:nvSpPr>
        <p:spPr>
          <a:xfrm>
            <a:off x="9628632" y="192024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256</a:t>
            </a:r>
            <a:endParaRPr lang="en-US" sz="4400" dirty="0"/>
          </a:p>
        </p:txBody>
      </p:sp>
      <p:sp>
        <p:nvSpPr>
          <p:cNvPr id="25" name="tv|zoom|3|"/>
          <p:cNvSpPr txBox="1"/>
          <p:nvPr/>
        </p:nvSpPr>
        <p:spPr>
          <a:xfrm>
            <a:off x="9628632" y="2880360"/>
            <a:ext cx="1828800" cy="594360"/>
          </a:xfrm>
          <a:prstGeom prst="rect">
            <a:avLst/>
          </a:prstGeom>
          <a:noFill/>
          <a:ln/>
        </p:spPr>
        <p:txBody>
          <a:bodyPr wrap="square" lIns="0" tIns="0" rIns="0" bIns="0" rtlCol="0" anchor="t"/>
          <a:lstStyle/>
          <a:p>
            <a:pPr indent="0" marL="0">
              <a:buNone/>
            </a:pPr>
            <a:r>
              <a:rPr lang="en-US" sz="1400" dirty="0">
                <a:solidFill>
                  <a:srgbClr val="9FC4CF"/>
                </a:solidFill>
              </a:rPr>
              <a:t>bit AES-GCM encryption</a:t>
            </a:r>
            <a:endParaRPr lang="en-US" sz="1400" dirty="0"/>
          </a:p>
        </p:txBody>
      </p:sp>
      <p:sp>
        <p:nvSpPr>
          <p:cNvPr id="26" name="tv|zoom|4|"/>
          <p:cNvSpPr/>
          <p:nvPr/>
        </p:nvSpPr>
        <p:spPr>
          <a:xfrm>
            <a:off x="6949440" y="3886200"/>
            <a:ext cx="2240280" cy="2011680"/>
          </a:xfrm>
          <a:prstGeom prst="roundRect">
            <a:avLst>
              <a:gd name="adj" fmla="val 6364"/>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27" name="tv|zoom|4|"/>
          <p:cNvSpPr txBox="1"/>
          <p:nvPr/>
        </p:nvSpPr>
        <p:spPr>
          <a:xfrm>
            <a:off x="7178040" y="416052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100</a:t>
            </a:r>
            <a:endParaRPr lang="en-US" sz="4400" dirty="0"/>
          </a:p>
        </p:txBody>
      </p:sp>
      <p:sp>
        <p:nvSpPr>
          <p:cNvPr id="28" name="tv|zoom|4|"/>
          <p:cNvSpPr txBox="1"/>
          <p:nvPr/>
        </p:nvSpPr>
        <p:spPr>
          <a:xfrm>
            <a:off x="7178040" y="5120640"/>
            <a:ext cx="1828800" cy="594360"/>
          </a:xfrm>
          <a:prstGeom prst="rect">
            <a:avLst/>
          </a:prstGeom>
          <a:noFill/>
          <a:ln/>
        </p:spPr>
        <p:txBody>
          <a:bodyPr wrap="square" lIns="0" tIns="0" rIns="0" bIns="0" rtlCol="0" anchor="t"/>
          <a:lstStyle/>
          <a:p>
            <a:pPr indent="0" marL="0">
              <a:buNone/>
            </a:pPr>
            <a:r>
              <a:rPr lang="en-US" sz="1400" dirty="0">
                <a:solidFill>
                  <a:srgbClr val="9FC4CF"/>
                </a:solidFill>
              </a:rPr>
              <a:t>point automatic check</a:t>
            </a:r>
            <a:endParaRPr lang="en-US" sz="1400" dirty="0"/>
          </a:p>
        </p:txBody>
      </p:sp>
      <p:sp>
        <p:nvSpPr>
          <p:cNvPr id="29" name="tv|zoom|5|"/>
          <p:cNvSpPr/>
          <p:nvPr/>
        </p:nvSpPr>
        <p:spPr>
          <a:xfrm>
            <a:off x="9400032" y="3886200"/>
            <a:ext cx="2240280" cy="2011680"/>
          </a:xfrm>
          <a:prstGeom prst="roundRect">
            <a:avLst>
              <a:gd name="adj" fmla="val 6364"/>
            </a:avLst>
          </a:prstGeom>
          <a:solidFill>
            <a:srgbClr val="0B2230">
              <a:alpha val="86000"/>
            </a:srgbClr>
          </a:solidFill>
          <a:ln w="12700">
            <a:gradFill flip="none" rotWithShape="1">
              <a:gsLst>
                <a:gs pos="0">
                  <a:srgbClr val="2EF2B0"/>
                </a:gs>
                <a:gs pos="50000">
                  <a:srgbClr val="19B8FF"/>
                </a:gs>
                <a:gs pos="100000">
                  <a:srgbClr val="7C5CFF"/>
                </a:gs>
              </a:gsLst>
              <a:lin ang="0" scaled="0"/>
            </a:gradFill>
            <a:prstDash val="solid"/>
          </a:ln>
        </p:spPr>
      </p:sp>
      <p:sp>
        <p:nvSpPr>
          <p:cNvPr id="30" name="tv|zoom|5|"/>
          <p:cNvSpPr txBox="1"/>
          <p:nvPr/>
        </p:nvSpPr>
        <p:spPr>
          <a:xfrm>
            <a:off x="9628632" y="416052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24 h</a:t>
            </a:r>
            <a:endParaRPr lang="en-US" sz="4400" dirty="0"/>
          </a:p>
        </p:txBody>
      </p:sp>
      <p:sp>
        <p:nvSpPr>
          <p:cNvPr id="31" name="tv|zoom|5|"/>
          <p:cNvSpPr txBox="1"/>
          <p:nvPr/>
        </p:nvSpPr>
        <p:spPr>
          <a:xfrm>
            <a:off x="9628632" y="5120640"/>
            <a:ext cx="1828800" cy="594360"/>
          </a:xfrm>
          <a:prstGeom prst="rect">
            <a:avLst/>
          </a:prstGeom>
          <a:noFill/>
          <a:ln/>
        </p:spPr>
        <p:txBody>
          <a:bodyPr wrap="square" lIns="0" tIns="0" rIns="0" bIns="0" rtlCol="0" anchor="t"/>
          <a:lstStyle/>
          <a:p>
            <a:pPr indent="0" marL="0">
              <a:buNone/>
            </a:pPr>
            <a:r>
              <a:rPr lang="en-US" sz="1400" dirty="0">
                <a:solidFill>
                  <a:srgbClr val="9FC4CF"/>
                </a:solidFill>
              </a:rPr>
              <a:t>one-time access window</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C4CF"/>
                </a:solidFill>
              </a:defRPr>
            </a:lvl1pPr>
          </a:lstStyle>
          <a:p>
            <a:pPr algn="r"/>
            <a:fld id="{F7021451-1387-4CA6-816F-3879F97B5CBC}" type="slidenum">
              <a:rPr b="0" lang="en-US"/>
              <a:t>16</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42" presetClass="entr" presetSubtype="0"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Effect transition="in" filter="fade">
                                      <p:cBhvr>
                                        <p:cTn id="20" dur="700"/>
                                        <p:tgtEl>
                                          <p:spTgt spid="10"/>
                                        </p:tgtEl>
                                      </p:cBhvr>
                                    </p:animEffect>
                                    <p:anim calcmode="lin" valueType="num">
                                      <p:cBhvr>
                                        <p:cTn id="21" dur="700" fill="hold"/>
                                        <p:tgtEl>
                                          <p:spTgt spid="10"/>
                                        </p:tgtEl>
                                        <p:attrNameLst>
                                          <p:attrName>ppt_x</p:attrName>
                                        </p:attrNameLst>
                                      </p:cBhvr>
                                      <p:tavLst>
                                        <p:tav tm="0">
                                          <p:val>
                                            <p:strVal val="#ppt_x"/>
                                          </p:val>
                                        </p:tav>
                                        <p:tav tm="100000">
                                          <p:val>
                                            <p:strVal val="#ppt_x"/>
                                          </p:val>
                                        </p:tav>
                                      </p:tavLst>
                                    </p:anim>
                                    <p:anim calcmode="lin" valueType="num">
                                      <p:cBhvr>
                                        <p:cTn id="22" dur="700" fill="hold"/>
                                        <p:tgtEl>
                                          <p:spTgt spid="10"/>
                                        </p:tgtEl>
                                        <p:attrNameLst>
                                          <p:attrName>ppt_y</p:attrName>
                                        </p:attrNameLst>
                                      </p:cBhvr>
                                      <p:tavLst>
                                        <p:tav tm="0">
                                          <p:val>
                                            <p:strVal val="#ppt_y+.06"/>
                                          </p:val>
                                        </p:tav>
                                        <p:tav tm="100000">
                                          <p:val>
                                            <p:strVal val="#ppt_y"/>
                                          </p:val>
                                        </p:tav>
                                      </p:tavLst>
                                    </p:anim>
                                  </p:childTnLst>
                                </p:cTn>
                              </p:par>
                              <p:par>
                                <p:cTn id="24" presetID="53" presetClass="entr" presetSubtype="16" fill="hold" grpId="0" nodeType="withEffect">
                                  <p:stCondLst>
                                    <p:cond delay="470"/>
                                  </p:stCondLst>
                                  <p:childTnLst>
                                    <p:set>
                                      <p:cBhvr>
                                        <p:cTn id="23" dur="1" fill="hold">
                                          <p:stCondLst>
                                            <p:cond delay="0"/>
                                          </p:stCondLst>
                                        </p:cTn>
                                        <p:tgtEl>
                                          <p:spTgt spid="11"/>
                                        </p:tgtEl>
                                        <p:attrNameLst>
                                          <p:attrName>style.visibility</p:attrName>
                                        </p:attrNameLst>
                                      </p:cBhvr>
                                      <p:to>
                                        <p:strVal val="visible"/>
                                      </p:to>
                                    </p:set>
                                    <p:anim calcmode="lin" valueType="num">
                                      <p:cBhvr>
                                        <p:cTn id="25" dur="550" fill="hold"/>
                                        <p:tgtEl>
                                          <p:spTgt spid="11"/>
                                        </p:tgtEl>
                                        <p:attrNameLst>
                                          <p:attrName>ppt_w</p:attrName>
                                        </p:attrNameLst>
                                      </p:cBhvr>
                                      <p:tavLst>
                                        <p:tav tm="0">
                                          <p:val>
                                            <p:strVal val="0"/>
                                          </p:val>
                                        </p:tav>
                                        <p:tav tm="100000">
                                          <p:val>
                                            <p:strVal val="#ppt_w"/>
                                          </p:val>
                                        </p:tav>
                                      </p:tavLst>
                                    </p:anim>
                                    <p:anim calcmode="lin" valueType="num">
                                      <p:cBhvr>
                                        <p:cTn id="26" dur="550" fill="hold"/>
                                        <p:tgtEl>
                                          <p:spTgt spid="11"/>
                                        </p:tgtEl>
                                        <p:attrNameLst>
                                          <p:attrName>ppt_h</p:attrName>
                                        </p:attrNameLst>
                                      </p:cBhvr>
                                      <p:tavLst>
                                        <p:tav tm="0">
                                          <p:val>
                                            <p:strVal val="0"/>
                                          </p:val>
                                        </p:tav>
                                        <p:tav tm="100000">
                                          <p:val>
                                            <p:strVal val="#ppt_h"/>
                                          </p:val>
                                        </p:tav>
                                      </p:tavLst>
                                    </p:anim>
                                    <p:animEffect transition="in" filter="fade">
                                      <p:cBhvr>
                                        <p:cTn id="27" dur="550"/>
                                        <p:tgtEl>
                                          <p:spTgt spid="11"/>
                                        </p:tgtEl>
                                      </p:cBhvr>
                                    </p:animEffect>
                                  </p:childTnLst>
                                </p:cTn>
                              </p:par>
                              <p:par>
                                <p:cTn id="29" presetID="53" presetClass="entr" presetSubtype="16" fill="hold" grpId="0" nodeType="withEffect">
                                  <p:stCondLst>
                                    <p:cond delay="470"/>
                                  </p:stCondLst>
                                  <p:childTnLst>
                                    <p:set>
                                      <p:cBhvr>
                                        <p:cTn id="28" dur="1" fill="hold">
                                          <p:stCondLst>
                                            <p:cond delay="0"/>
                                          </p:stCondLst>
                                        </p:cTn>
                                        <p:tgtEl>
                                          <p:spTgt spid="12"/>
                                        </p:tgtEl>
                                        <p:attrNameLst>
                                          <p:attrName>style.visibility</p:attrName>
                                        </p:attrNameLst>
                                      </p:cBhvr>
                                      <p:to>
                                        <p:strVal val="visible"/>
                                      </p:to>
                                    </p:set>
                                    <p:anim calcmode="lin" valueType="num">
                                      <p:cBhvr>
                                        <p:cTn id="30" dur="550" fill="hold"/>
                                        <p:tgtEl>
                                          <p:spTgt spid="12"/>
                                        </p:tgtEl>
                                        <p:attrNameLst>
                                          <p:attrName>ppt_w</p:attrName>
                                        </p:attrNameLst>
                                      </p:cBhvr>
                                      <p:tavLst>
                                        <p:tav tm="0">
                                          <p:val>
                                            <p:strVal val="0"/>
                                          </p:val>
                                        </p:tav>
                                        <p:tav tm="100000">
                                          <p:val>
                                            <p:strVal val="#ppt_w"/>
                                          </p:val>
                                        </p:tav>
                                      </p:tavLst>
                                    </p:anim>
                                    <p:anim calcmode="lin" valueType="num">
                                      <p:cBhvr>
                                        <p:cTn id="31" dur="550" fill="hold"/>
                                        <p:tgtEl>
                                          <p:spTgt spid="12"/>
                                        </p:tgtEl>
                                        <p:attrNameLst>
                                          <p:attrName>ppt_h</p:attrName>
                                        </p:attrNameLst>
                                      </p:cBhvr>
                                      <p:tavLst>
                                        <p:tav tm="0">
                                          <p:val>
                                            <p:strVal val="0"/>
                                          </p:val>
                                        </p:tav>
                                        <p:tav tm="100000">
                                          <p:val>
                                            <p:strVal val="#ppt_h"/>
                                          </p:val>
                                        </p:tav>
                                      </p:tavLst>
                                    </p:anim>
                                    <p:animEffect transition="in" filter="fade">
                                      <p:cBhvr>
                                        <p:cTn id="32" dur="550"/>
                                        <p:tgtEl>
                                          <p:spTgt spid="12"/>
                                        </p:tgtEl>
                                      </p:cBhvr>
                                    </p:animEffect>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20"/>
                                        </p:tgtEl>
                                        <p:attrNameLst>
                                          <p:attrName>style.visibility</p:attrName>
                                        </p:attrNameLst>
                                      </p:cBhvr>
                                      <p:to>
                                        <p:strVal val="visible"/>
                                      </p:to>
                                    </p:set>
                                    <p:anim calcmode="lin" valueType="num">
                                      <p:cBhvr>
                                        <p:cTn id="40" dur="550" fill="hold"/>
                                        <p:tgtEl>
                                          <p:spTgt spid="20"/>
                                        </p:tgtEl>
                                        <p:attrNameLst>
                                          <p:attrName>ppt_w</p:attrName>
                                        </p:attrNameLst>
                                      </p:cBhvr>
                                      <p:tavLst>
                                        <p:tav tm="0">
                                          <p:val>
                                            <p:strVal val="0"/>
                                          </p:val>
                                        </p:tav>
                                        <p:tav tm="100000">
                                          <p:val>
                                            <p:strVal val="#ppt_w"/>
                                          </p:val>
                                        </p:tav>
                                      </p:tavLst>
                                    </p:anim>
                                    <p:anim calcmode="lin" valueType="num">
                                      <p:cBhvr>
                                        <p:cTn id="41" dur="550" fill="hold"/>
                                        <p:tgtEl>
                                          <p:spTgt spid="20"/>
                                        </p:tgtEl>
                                        <p:attrNameLst>
                                          <p:attrName>ppt_h</p:attrName>
                                        </p:attrNameLst>
                                      </p:cBhvr>
                                      <p:tavLst>
                                        <p:tav tm="0">
                                          <p:val>
                                            <p:strVal val="0"/>
                                          </p:val>
                                        </p:tav>
                                        <p:tav tm="100000">
                                          <p:val>
                                            <p:strVal val="#ppt_h"/>
                                          </p:val>
                                        </p:tav>
                                      </p:tavLst>
                                    </p:anim>
                                    <p:animEffect transition="in" filter="fade">
                                      <p:cBhvr>
                                        <p:cTn id="42" dur="550"/>
                                        <p:tgtEl>
                                          <p:spTgt spid="20"/>
                                        </p:tgtEl>
                                      </p:cBhvr>
                                    </p:animEffect>
                                  </p:childTnLst>
                                </p:cTn>
                              </p:par>
                              <p:par>
                                <p:cTn id="44" presetID="53" presetClass="entr" presetSubtype="16" fill="hold" grpId="0" nodeType="withEffect">
                                  <p:stCondLst>
                                    <p:cond delay="470"/>
                                  </p:stCondLst>
                                  <p:childTnLst>
                                    <p:set>
                                      <p:cBhvr>
                                        <p:cTn id="43" dur="1" fill="hold">
                                          <p:stCondLst>
                                            <p:cond delay="0"/>
                                          </p:stCondLst>
                                        </p:cTn>
                                        <p:tgtEl>
                                          <p:spTgt spid="21"/>
                                        </p:tgtEl>
                                        <p:attrNameLst>
                                          <p:attrName>style.visibility</p:attrName>
                                        </p:attrNameLst>
                                      </p:cBhvr>
                                      <p:to>
                                        <p:strVal val="visible"/>
                                      </p:to>
                                    </p:set>
                                    <p:anim calcmode="lin" valueType="num">
                                      <p:cBhvr>
                                        <p:cTn id="45" dur="550" fill="hold"/>
                                        <p:tgtEl>
                                          <p:spTgt spid="21"/>
                                        </p:tgtEl>
                                        <p:attrNameLst>
                                          <p:attrName>ppt_w</p:attrName>
                                        </p:attrNameLst>
                                      </p:cBhvr>
                                      <p:tavLst>
                                        <p:tav tm="0">
                                          <p:val>
                                            <p:strVal val="0"/>
                                          </p:val>
                                        </p:tav>
                                        <p:tav tm="100000">
                                          <p:val>
                                            <p:strVal val="#ppt_w"/>
                                          </p:val>
                                        </p:tav>
                                      </p:tavLst>
                                    </p:anim>
                                    <p:anim calcmode="lin" valueType="num">
                                      <p:cBhvr>
                                        <p:cTn id="46" dur="550" fill="hold"/>
                                        <p:tgtEl>
                                          <p:spTgt spid="21"/>
                                        </p:tgtEl>
                                        <p:attrNameLst>
                                          <p:attrName>ppt_h</p:attrName>
                                        </p:attrNameLst>
                                      </p:cBhvr>
                                      <p:tavLst>
                                        <p:tav tm="0">
                                          <p:val>
                                            <p:strVal val="0"/>
                                          </p:val>
                                        </p:tav>
                                        <p:tav tm="100000">
                                          <p:val>
                                            <p:strVal val="#ppt_h"/>
                                          </p:val>
                                        </p:tav>
                                      </p:tavLst>
                                    </p:anim>
                                    <p:animEffect transition="in" filter="fade">
                                      <p:cBhvr>
                                        <p:cTn id="47" dur="550"/>
                                        <p:tgtEl>
                                          <p:spTgt spid="21"/>
                                        </p:tgtEl>
                                      </p:cBhvr>
                                    </p:animEffect>
                                  </p:childTnLst>
                                </p:cTn>
                              </p:par>
                              <p:par>
                                <p:cTn id="49" presetID="53" presetClass="entr" presetSubtype="16" fill="hold" grpId="0" nodeType="withEffect">
                                  <p:stCondLst>
                                    <p:cond delay="470"/>
                                  </p:stCondLst>
                                  <p:childTnLst>
                                    <p:set>
                                      <p:cBhvr>
                                        <p:cTn id="48" dur="1" fill="hold">
                                          <p:stCondLst>
                                            <p:cond delay="0"/>
                                          </p:stCondLst>
                                        </p:cTn>
                                        <p:tgtEl>
                                          <p:spTgt spid="22"/>
                                        </p:tgtEl>
                                        <p:attrNameLst>
                                          <p:attrName>style.visibility</p:attrName>
                                        </p:attrNameLst>
                                      </p:cBhvr>
                                      <p:to>
                                        <p:strVal val="visible"/>
                                      </p:to>
                                    </p:set>
                                    <p:anim calcmode="lin" valueType="num">
                                      <p:cBhvr>
                                        <p:cTn id="50" dur="550" fill="hold"/>
                                        <p:tgtEl>
                                          <p:spTgt spid="22"/>
                                        </p:tgtEl>
                                        <p:attrNameLst>
                                          <p:attrName>ppt_w</p:attrName>
                                        </p:attrNameLst>
                                      </p:cBhvr>
                                      <p:tavLst>
                                        <p:tav tm="0">
                                          <p:val>
                                            <p:strVal val="0"/>
                                          </p:val>
                                        </p:tav>
                                        <p:tav tm="100000">
                                          <p:val>
                                            <p:strVal val="#ppt_w"/>
                                          </p:val>
                                        </p:tav>
                                      </p:tavLst>
                                    </p:anim>
                                    <p:anim calcmode="lin" valueType="num">
                                      <p:cBhvr>
                                        <p:cTn id="51" dur="550" fill="hold"/>
                                        <p:tgtEl>
                                          <p:spTgt spid="22"/>
                                        </p:tgtEl>
                                        <p:attrNameLst>
                                          <p:attrName>ppt_h</p:attrName>
                                        </p:attrNameLst>
                                      </p:cBhvr>
                                      <p:tavLst>
                                        <p:tav tm="0">
                                          <p:val>
                                            <p:strVal val="0"/>
                                          </p:val>
                                        </p:tav>
                                        <p:tav tm="100000">
                                          <p:val>
                                            <p:strVal val="#ppt_h"/>
                                          </p:val>
                                        </p:tav>
                                      </p:tavLst>
                                    </p:anim>
                                    <p:animEffect transition="in" filter="fade">
                                      <p:cBhvr>
                                        <p:cTn id="52" dur="550"/>
                                        <p:tgtEl>
                                          <p:spTgt spid="22"/>
                                        </p:tgtEl>
                                      </p:cBhvr>
                                    </p:animEffect>
                                  </p:childTnLst>
                                </p:cTn>
                              </p:par>
                              <p:par>
                                <p:cTn id="54" presetID="53" presetClass="entr" presetSubtype="16" fill="hold" grpId="0" nodeType="withEffect">
                                  <p:stCondLst>
                                    <p:cond delay="630"/>
                                  </p:stCondLst>
                                  <p:childTnLst>
                                    <p:set>
                                      <p:cBhvr>
                                        <p:cTn id="53" dur="1" fill="hold">
                                          <p:stCondLst>
                                            <p:cond delay="0"/>
                                          </p:stCondLst>
                                        </p:cTn>
                                        <p:tgtEl>
                                          <p:spTgt spid="14"/>
                                        </p:tgtEl>
                                        <p:attrNameLst>
                                          <p:attrName>style.visibility</p:attrName>
                                        </p:attrNameLst>
                                      </p:cBhvr>
                                      <p:to>
                                        <p:strVal val="visible"/>
                                      </p:to>
                                    </p:set>
                                    <p:anim calcmode="lin" valueType="num">
                                      <p:cBhvr>
                                        <p:cTn id="55" dur="550" fill="hold"/>
                                        <p:tgtEl>
                                          <p:spTgt spid="14"/>
                                        </p:tgtEl>
                                        <p:attrNameLst>
                                          <p:attrName>ppt_w</p:attrName>
                                        </p:attrNameLst>
                                      </p:cBhvr>
                                      <p:tavLst>
                                        <p:tav tm="0">
                                          <p:val>
                                            <p:strVal val="0"/>
                                          </p:val>
                                        </p:tav>
                                        <p:tav tm="100000">
                                          <p:val>
                                            <p:strVal val="#ppt_w"/>
                                          </p:val>
                                        </p:tav>
                                      </p:tavLst>
                                    </p:anim>
                                    <p:anim calcmode="lin" valueType="num">
                                      <p:cBhvr>
                                        <p:cTn id="56" dur="550" fill="hold"/>
                                        <p:tgtEl>
                                          <p:spTgt spid="14"/>
                                        </p:tgtEl>
                                        <p:attrNameLst>
                                          <p:attrName>ppt_h</p:attrName>
                                        </p:attrNameLst>
                                      </p:cBhvr>
                                      <p:tavLst>
                                        <p:tav tm="0">
                                          <p:val>
                                            <p:strVal val="0"/>
                                          </p:val>
                                        </p:tav>
                                        <p:tav tm="100000">
                                          <p:val>
                                            <p:strVal val="#ppt_h"/>
                                          </p:val>
                                        </p:tav>
                                      </p:tavLst>
                                    </p:anim>
                                    <p:animEffect transition="in" filter="fade">
                                      <p:cBhvr>
                                        <p:cTn id="57" dur="550"/>
                                        <p:tgtEl>
                                          <p:spTgt spid="14"/>
                                        </p:tgtEl>
                                      </p:cBhvr>
                                    </p:animEffect>
                                  </p:childTnLst>
                                </p:cTn>
                              </p:par>
                              <p:par>
                                <p:cTn id="59" presetID="53" presetClass="entr" presetSubtype="16" fill="hold" grpId="0" nodeType="withEffect">
                                  <p:stCondLst>
                                    <p:cond delay="630"/>
                                  </p:stCondLst>
                                  <p:childTnLst>
                                    <p:set>
                                      <p:cBhvr>
                                        <p:cTn id="58" dur="1" fill="hold">
                                          <p:stCondLst>
                                            <p:cond delay="0"/>
                                          </p:stCondLst>
                                        </p:cTn>
                                        <p:tgtEl>
                                          <p:spTgt spid="15"/>
                                        </p:tgtEl>
                                        <p:attrNameLst>
                                          <p:attrName>style.visibility</p:attrName>
                                        </p:attrNameLst>
                                      </p:cBhvr>
                                      <p:to>
                                        <p:strVal val="visible"/>
                                      </p:to>
                                    </p:set>
                                    <p:anim calcmode="lin" valueType="num">
                                      <p:cBhvr>
                                        <p:cTn id="60" dur="550" fill="hold"/>
                                        <p:tgtEl>
                                          <p:spTgt spid="15"/>
                                        </p:tgtEl>
                                        <p:attrNameLst>
                                          <p:attrName>ppt_w</p:attrName>
                                        </p:attrNameLst>
                                      </p:cBhvr>
                                      <p:tavLst>
                                        <p:tav tm="0">
                                          <p:val>
                                            <p:strVal val="0"/>
                                          </p:val>
                                        </p:tav>
                                        <p:tav tm="100000">
                                          <p:val>
                                            <p:strVal val="#ppt_w"/>
                                          </p:val>
                                        </p:tav>
                                      </p:tavLst>
                                    </p:anim>
                                    <p:anim calcmode="lin" valueType="num">
                                      <p:cBhvr>
                                        <p:cTn id="61" dur="550" fill="hold"/>
                                        <p:tgtEl>
                                          <p:spTgt spid="15"/>
                                        </p:tgtEl>
                                        <p:attrNameLst>
                                          <p:attrName>ppt_h</p:attrName>
                                        </p:attrNameLst>
                                      </p:cBhvr>
                                      <p:tavLst>
                                        <p:tav tm="0">
                                          <p:val>
                                            <p:strVal val="0"/>
                                          </p:val>
                                        </p:tav>
                                        <p:tav tm="100000">
                                          <p:val>
                                            <p:strVal val="#ppt_h"/>
                                          </p:val>
                                        </p:tav>
                                      </p:tavLst>
                                    </p:anim>
                                    <p:animEffect transition="in" filter="fade">
                                      <p:cBhvr>
                                        <p:cTn id="62" dur="550"/>
                                        <p:tgtEl>
                                          <p:spTgt spid="15"/>
                                        </p:tgtEl>
                                      </p:cBhvr>
                                    </p:animEffect>
                                  </p:childTnLst>
                                </p:cTn>
                              </p:par>
                              <p:par>
                                <p:cTn id="64" presetID="42" presetClass="entr" presetSubtype="0" fill="hold" grpId="0" nodeType="withEffect">
                                  <p:stCondLst>
                                    <p:cond delay="630"/>
                                  </p:stCondLst>
                                  <p:childTnLst>
                                    <p:set>
                                      <p:cBhvr>
                                        <p:cTn id="63" dur="1" fill="hold">
                                          <p:stCondLst>
                                            <p:cond delay="0"/>
                                          </p:stCondLst>
                                        </p:cTn>
                                        <p:tgtEl>
                                          <p:spTgt spid="16"/>
                                        </p:tgtEl>
                                        <p:attrNameLst>
                                          <p:attrName>style.visibility</p:attrName>
                                        </p:attrNameLst>
                                      </p:cBhvr>
                                      <p:to>
                                        <p:strVal val="visible"/>
                                      </p:to>
                                    </p:set>
                                    <p:animEffect transition="in" filter="fade">
                                      <p:cBhvr>
                                        <p:cTn id="65" dur="700"/>
                                        <p:tgtEl>
                                          <p:spTgt spid="16"/>
                                        </p:tgtEl>
                                      </p:cBhvr>
                                    </p:animEffect>
                                    <p:anim calcmode="lin" valueType="num">
                                      <p:cBhvr>
                                        <p:cTn id="66" dur="700" fill="hold"/>
                                        <p:tgtEl>
                                          <p:spTgt spid="16"/>
                                        </p:tgtEl>
                                        <p:attrNameLst>
                                          <p:attrName>ppt_x</p:attrName>
                                        </p:attrNameLst>
                                      </p:cBhvr>
                                      <p:tavLst>
                                        <p:tav tm="0">
                                          <p:val>
                                            <p:strVal val="#ppt_x"/>
                                          </p:val>
                                        </p:tav>
                                        <p:tav tm="100000">
                                          <p:val>
                                            <p:strVal val="#ppt_x"/>
                                          </p:val>
                                        </p:tav>
                                      </p:tavLst>
                                    </p:anim>
                                    <p:anim calcmode="lin" valueType="num">
                                      <p:cBhvr>
                                        <p:cTn id="67" dur="700" fill="hold"/>
                                        <p:tgtEl>
                                          <p:spTgt spid="16"/>
                                        </p:tgtEl>
                                        <p:attrNameLst>
                                          <p:attrName>ppt_y</p:attrName>
                                        </p:attrNameLst>
                                      </p:cBhvr>
                                      <p:tavLst>
                                        <p:tav tm="0">
                                          <p:val>
                                            <p:strVal val="#ppt_y+.06"/>
                                          </p:val>
                                        </p:tav>
                                        <p:tav tm="100000">
                                          <p:val>
                                            <p:strVal val="#ppt_y"/>
                                          </p:val>
                                        </p:tav>
                                      </p:tavLst>
                                    </p:anim>
                                  </p:childTnLst>
                                </p:cTn>
                              </p:par>
                              <p:par>
                                <p:cTn id="69" presetID="53" presetClass="entr" presetSubtype="16" fill="hold" grpId="0" nodeType="withEffect">
                                  <p:stCondLst>
                                    <p:cond delay="630"/>
                                  </p:stCondLst>
                                  <p:childTnLst>
                                    <p:set>
                                      <p:cBhvr>
                                        <p:cTn id="68" dur="1" fill="hold">
                                          <p:stCondLst>
                                            <p:cond delay="0"/>
                                          </p:stCondLst>
                                        </p:cTn>
                                        <p:tgtEl>
                                          <p:spTgt spid="23"/>
                                        </p:tgtEl>
                                        <p:attrNameLst>
                                          <p:attrName>style.visibility</p:attrName>
                                        </p:attrNameLst>
                                      </p:cBhvr>
                                      <p:to>
                                        <p:strVal val="visible"/>
                                      </p:to>
                                    </p:set>
                                    <p:anim calcmode="lin" valueType="num">
                                      <p:cBhvr>
                                        <p:cTn id="70" dur="550" fill="hold"/>
                                        <p:tgtEl>
                                          <p:spTgt spid="23"/>
                                        </p:tgtEl>
                                        <p:attrNameLst>
                                          <p:attrName>ppt_w</p:attrName>
                                        </p:attrNameLst>
                                      </p:cBhvr>
                                      <p:tavLst>
                                        <p:tav tm="0">
                                          <p:val>
                                            <p:strVal val="0"/>
                                          </p:val>
                                        </p:tav>
                                        <p:tav tm="100000">
                                          <p:val>
                                            <p:strVal val="#ppt_w"/>
                                          </p:val>
                                        </p:tav>
                                      </p:tavLst>
                                    </p:anim>
                                    <p:anim calcmode="lin" valueType="num">
                                      <p:cBhvr>
                                        <p:cTn id="71" dur="550" fill="hold"/>
                                        <p:tgtEl>
                                          <p:spTgt spid="23"/>
                                        </p:tgtEl>
                                        <p:attrNameLst>
                                          <p:attrName>ppt_h</p:attrName>
                                        </p:attrNameLst>
                                      </p:cBhvr>
                                      <p:tavLst>
                                        <p:tav tm="0">
                                          <p:val>
                                            <p:strVal val="0"/>
                                          </p:val>
                                        </p:tav>
                                        <p:tav tm="100000">
                                          <p:val>
                                            <p:strVal val="#ppt_h"/>
                                          </p:val>
                                        </p:tav>
                                      </p:tavLst>
                                    </p:anim>
                                    <p:animEffect transition="in" filter="fade">
                                      <p:cBhvr>
                                        <p:cTn id="72" dur="550"/>
                                        <p:tgtEl>
                                          <p:spTgt spid="23"/>
                                        </p:tgtEl>
                                      </p:cBhvr>
                                    </p:animEffect>
                                  </p:childTnLst>
                                </p:cTn>
                              </p:par>
                              <p:par>
                                <p:cTn id="74" presetID="53" presetClass="entr" presetSubtype="16" fill="hold" grpId="0" nodeType="withEffect">
                                  <p:stCondLst>
                                    <p:cond delay="630"/>
                                  </p:stCondLst>
                                  <p:childTnLst>
                                    <p:set>
                                      <p:cBhvr>
                                        <p:cTn id="73" dur="1" fill="hold">
                                          <p:stCondLst>
                                            <p:cond delay="0"/>
                                          </p:stCondLst>
                                        </p:cTn>
                                        <p:tgtEl>
                                          <p:spTgt spid="24"/>
                                        </p:tgtEl>
                                        <p:attrNameLst>
                                          <p:attrName>style.visibility</p:attrName>
                                        </p:attrNameLst>
                                      </p:cBhvr>
                                      <p:to>
                                        <p:strVal val="visible"/>
                                      </p:to>
                                    </p:set>
                                    <p:anim calcmode="lin" valueType="num">
                                      <p:cBhvr>
                                        <p:cTn id="75" dur="550" fill="hold"/>
                                        <p:tgtEl>
                                          <p:spTgt spid="24"/>
                                        </p:tgtEl>
                                        <p:attrNameLst>
                                          <p:attrName>ppt_w</p:attrName>
                                        </p:attrNameLst>
                                      </p:cBhvr>
                                      <p:tavLst>
                                        <p:tav tm="0">
                                          <p:val>
                                            <p:strVal val="0"/>
                                          </p:val>
                                        </p:tav>
                                        <p:tav tm="100000">
                                          <p:val>
                                            <p:strVal val="#ppt_w"/>
                                          </p:val>
                                        </p:tav>
                                      </p:tavLst>
                                    </p:anim>
                                    <p:anim calcmode="lin" valueType="num">
                                      <p:cBhvr>
                                        <p:cTn id="76" dur="550" fill="hold"/>
                                        <p:tgtEl>
                                          <p:spTgt spid="24"/>
                                        </p:tgtEl>
                                        <p:attrNameLst>
                                          <p:attrName>ppt_h</p:attrName>
                                        </p:attrNameLst>
                                      </p:cBhvr>
                                      <p:tavLst>
                                        <p:tav tm="0">
                                          <p:val>
                                            <p:strVal val="0"/>
                                          </p:val>
                                        </p:tav>
                                        <p:tav tm="100000">
                                          <p:val>
                                            <p:strVal val="#ppt_h"/>
                                          </p:val>
                                        </p:tav>
                                      </p:tavLst>
                                    </p:anim>
                                    <p:animEffect transition="in" filter="fade">
                                      <p:cBhvr>
                                        <p:cTn id="77" dur="550"/>
                                        <p:tgtEl>
                                          <p:spTgt spid="24"/>
                                        </p:tgtEl>
                                      </p:cBhvr>
                                    </p:animEffect>
                                  </p:childTnLst>
                                </p:cTn>
                              </p:par>
                              <p:par>
                                <p:cTn id="79" presetID="53" presetClass="entr" presetSubtype="16" fill="hold" grpId="0" nodeType="withEffect">
                                  <p:stCondLst>
                                    <p:cond delay="630"/>
                                  </p:stCondLst>
                                  <p:childTnLst>
                                    <p:set>
                                      <p:cBhvr>
                                        <p:cTn id="78" dur="1" fill="hold">
                                          <p:stCondLst>
                                            <p:cond delay="0"/>
                                          </p:stCondLst>
                                        </p:cTn>
                                        <p:tgtEl>
                                          <p:spTgt spid="25"/>
                                        </p:tgtEl>
                                        <p:attrNameLst>
                                          <p:attrName>style.visibility</p:attrName>
                                        </p:attrNameLst>
                                      </p:cBhvr>
                                      <p:to>
                                        <p:strVal val="visible"/>
                                      </p:to>
                                    </p:set>
                                    <p:anim calcmode="lin" valueType="num">
                                      <p:cBhvr>
                                        <p:cTn id="80" dur="550" fill="hold"/>
                                        <p:tgtEl>
                                          <p:spTgt spid="25"/>
                                        </p:tgtEl>
                                        <p:attrNameLst>
                                          <p:attrName>ppt_w</p:attrName>
                                        </p:attrNameLst>
                                      </p:cBhvr>
                                      <p:tavLst>
                                        <p:tav tm="0">
                                          <p:val>
                                            <p:strVal val="0"/>
                                          </p:val>
                                        </p:tav>
                                        <p:tav tm="100000">
                                          <p:val>
                                            <p:strVal val="#ppt_w"/>
                                          </p:val>
                                        </p:tav>
                                      </p:tavLst>
                                    </p:anim>
                                    <p:anim calcmode="lin" valueType="num">
                                      <p:cBhvr>
                                        <p:cTn id="81" dur="550" fill="hold"/>
                                        <p:tgtEl>
                                          <p:spTgt spid="25"/>
                                        </p:tgtEl>
                                        <p:attrNameLst>
                                          <p:attrName>ppt_h</p:attrName>
                                        </p:attrNameLst>
                                      </p:cBhvr>
                                      <p:tavLst>
                                        <p:tav tm="0">
                                          <p:val>
                                            <p:strVal val="0"/>
                                          </p:val>
                                        </p:tav>
                                        <p:tav tm="100000">
                                          <p:val>
                                            <p:strVal val="#ppt_h"/>
                                          </p:val>
                                        </p:tav>
                                      </p:tavLst>
                                    </p:anim>
                                    <p:animEffect transition="in" filter="fade">
                                      <p:cBhvr>
                                        <p:cTn id="82" dur="550"/>
                                        <p:tgtEl>
                                          <p:spTgt spid="25"/>
                                        </p:tgtEl>
                                      </p:cBhvr>
                                    </p:animEffect>
                                  </p:childTnLst>
                                </p:cTn>
                              </p:par>
                              <p:par>
                                <p:cTn id="84" presetID="53" presetClass="entr" presetSubtype="16" fill="hold" grpId="0" nodeType="withEffect">
                                  <p:stCondLst>
                                    <p:cond delay="790"/>
                                  </p:stCondLst>
                                  <p:childTnLst>
                                    <p:set>
                                      <p:cBhvr>
                                        <p:cTn id="83" dur="1" fill="hold">
                                          <p:stCondLst>
                                            <p:cond delay="0"/>
                                          </p:stCondLst>
                                        </p:cTn>
                                        <p:tgtEl>
                                          <p:spTgt spid="17"/>
                                        </p:tgtEl>
                                        <p:attrNameLst>
                                          <p:attrName>style.visibility</p:attrName>
                                        </p:attrNameLst>
                                      </p:cBhvr>
                                      <p:to>
                                        <p:strVal val="visible"/>
                                      </p:to>
                                    </p:set>
                                    <p:anim calcmode="lin" valueType="num">
                                      <p:cBhvr>
                                        <p:cTn id="85" dur="550" fill="hold"/>
                                        <p:tgtEl>
                                          <p:spTgt spid="17"/>
                                        </p:tgtEl>
                                        <p:attrNameLst>
                                          <p:attrName>ppt_w</p:attrName>
                                        </p:attrNameLst>
                                      </p:cBhvr>
                                      <p:tavLst>
                                        <p:tav tm="0">
                                          <p:val>
                                            <p:strVal val="0"/>
                                          </p:val>
                                        </p:tav>
                                        <p:tav tm="100000">
                                          <p:val>
                                            <p:strVal val="#ppt_w"/>
                                          </p:val>
                                        </p:tav>
                                      </p:tavLst>
                                    </p:anim>
                                    <p:anim calcmode="lin" valueType="num">
                                      <p:cBhvr>
                                        <p:cTn id="86" dur="550" fill="hold"/>
                                        <p:tgtEl>
                                          <p:spTgt spid="17"/>
                                        </p:tgtEl>
                                        <p:attrNameLst>
                                          <p:attrName>ppt_h</p:attrName>
                                        </p:attrNameLst>
                                      </p:cBhvr>
                                      <p:tavLst>
                                        <p:tav tm="0">
                                          <p:val>
                                            <p:strVal val="0"/>
                                          </p:val>
                                        </p:tav>
                                        <p:tav tm="100000">
                                          <p:val>
                                            <p:strVal val="#ppt_h"/>
                                          </p:val>
                                        </p:tav>
                                      </p:tavLst>
                                    </p:anim>
                                    <p:animEffect transition="in" filter="fade">
                                      <p:cBhvr>
                                        <p:cTn id="87" dur="550"/>
                                        <p:tgtEl>
                                          <p:spTgt spid="17"/>
                                        </p:tgtEl>
                                      </p:cBhvr>
                                    </p:animEffect>
                                  </p:childTnLst>
                                </p:cTn>
                              </p:par>
                              <p:par>
                                <p:cTn id="89" presetID="53" presetClass="entr" presetSubtype="16" fill="hold" grpId="0" nodeType="withEffect">
                                  <p:stCondLst>
                                    <p:cond delay="790"/>
                                  </p:stCondLst>
                                  <p:childTnLst>
                                    <p:set>
                                      <p:cBhvr>
                                        <p:cTn id="88" dur="1" fill="hold">
                                          <p:stCondLst>
                                            <p:cond delay="0"/>
                                          </p:stCondLst>
                                        </p:cTn>
                                        <p:tgtEl>
                                          <p:spTgt spid="18"/>
                                        </p:tgtEl>
                                        <p:attrNameLst>
                                          <p:attrName>style.visibility</p:attrName>
                                        </p:attrNameLst>
                                      </p:cBhvr>
                                      <p:to>
                                        <p:strVal val="visible"/>
                                      </p:to>
                                    </p:set>
                                    <p:anim calcmode="lin" valueType="num">
                                      <p:cBhvr>
                                        <p:cTn id="90" dur="550" fill="hold"/>
                                        <p:tgtEl>
                                          <p:spTgt spid="18"/>
                                        </p:tgtEl>
                                        <p:attrNameLst>
                                          <p:attrName>ppt_w</p:attrName>
                                        </p:attrNameLst>
                                      </p:cBhvr>
                                      <p:tavLst>
                                        <p:tav tm="0">
                                          <p:val>
                                            <p:strVal val="0"/>
                                          </p:val>
                                        </p:tav>
                                        <p:tav tm="100000">
                                          <p:val>
                                            <p:strVal val="#ppt_w"/>
                                          </p:val>
                                        </p:tav>
                                      </p:tavLst>
                                    </p:anim>
                                    <p:anim calcmode="lin" valueType="num">
                                      <p:cBhvr>
                                        <p:cTn id="91" dur="550" fill="hold"/>
                                        <p:tgtEl>
                                          <p:spTgt spid="18"/>
                                        </p:tgtEl>
                                        <p:attrNameLst>
                                          <p:attrName>ppt_h</p:attrName>
                                        </p:attrNameLst>
                                      </p:cBhvr>
                                      <p:tavLst>
                                        <p:tav tm="0">
                                          <p:val>
                                            <p:strVal val="0"/>
                                          </p:val>
                                        </p:tav>
                                        <p:tav tm="100000">
                                          <p:val>
                                            <p:strVal val="#ppt_h"/>
                                          </p:val>
                                        </p:tav>
                                      </p:tavLst>
                                    </p:anim>
                                    <p:animEffect transition="in" filter="fade">
                                      <p:cBhvr>
                                        <p:cTn id="92" dur="550"/>
                                        <p:tgtEl>
                                          <p:spTgt spid="18"/>
                                        </p:tgtEl>
                                      </p:cBhvr>
                                    </p:animEffect>
                                  </p:childTnLst>
                                </p:cTn>
                              </p:par>
                              <p:par>
                                <p:cTn id="94" presetID="42" presetClass="entr" presetSubtype="0" fill="hold" grpId="0" nodeType="withEffect">
                                  <p:stCondLst>
                                    <p:cond delay="790"/>
                                  </p:stCondLst>
                                  <p:childTnLst>
                                    <p:set>
                                      <p:cBhvr>
                                        <p:cTn id="93" dur="1" fill="hold">
                                          <p:stCondLst>
                                            <p:cond delay="0"/>
                                          </p:stCondLst>
                                        </p:cTn>
                                        <p:tgtEl>
                                          <p:spTgt spid="19"/>
                                        </p:tgtEl>
                                        <p:attrNameLst>
                                          <p:attrName>style.visibility</p:attrName>
                                        </p:attrNameLst>
                                      </p:cBhvr>
                                      <p:to>
                                        <p:strVal val="visible"/>
                                      </p:to>
                                    </p:set>
                                    <p:animEffect transition="in" filter="fade">
                                      <p:cBhvr>
                                        <p:cTn id="95" dur="700"/>
                                        <p:tgtEl>
                                          <p:spTgt spid="19"/>
                                        </p:tgtEl>
                                      </p:cBhvr>
                                    </p:animEffect>
                                    <p:anim calcmode="lin" valueType="num">
                                      <p:cBhvr>
                                        <p:cTn id="96" dur="700" fill="hold"/>
                                        <p:tgtEl>
                                          <p:spTgt spid="19"/>
                                        </p:tgtEl>
                                        <p:attrNameLst>
                                          <p:attrName>ppt_x</p:attrName>
                                        </p:attrNameLst>
                                      </p:cBhvr>
                                      <p:tavLst>
                                        <p:tav tm="0">
                                          <p:val>
                                            <p:strVal val="#ppt_x"/>
                                          </p:val>
                                        </p:tav>
                                        <p:tav tm="100000">
                                          <p:val>
                                            <p:strVal val="#ppt_x"/>
                                          </p:val>
                                        </p:tav>
                                      </p:tavLst>
                                    </p:anim>
                                    <p:anim calcmode="lin" valueType="num">
                                      <p:cBhvr>
                                        <p:cTn id="97" dur="700" fill="hold"/>
                                        <p:tgtEl>
                                          <p:spTgt spid="19"/>
                                        </p:tgtEl>
                                        <p:attrNameLst>
                                          <p:attrName>ppt_y</p:attrName>
                                        </p:attrNameLst>
                                      </p:cBhvr>
                                      <p:tavLst>
                                        <p:tav tm="0">
                                          <p:val>
                                            <p:strVal val="#ppt_y+.06"/>
                                          </p:val>
                                        </p:tav>
                                        <p:tav tm="100000">
                                          <p:val>
                                            <p:strVal val="#ppt_y"/>
                                          </p:val>
                                        </p:tav>
                                      </p:tavLst>
                                    </p:anim>
                                  </p:childTnLst>
                                </p:cTn>
                              </p:par>
                              <p:par>
                                <p:cTn id="99" presetID="53" presetClass="entr" presetSubtype="16"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 calcmode="lin" valueType="num">
                                      <p:cBhvr>
                                        <p:cTn id="100" dur="550" fill="hold"/>
                                        <p:tgtEl>
                                          <p:spTgt spid="26"/>
                                        </p:tgtEl>
                                        <p:attrNameLst>
                                          <p:attrName>ppt_w</p:attrName>
                                        </p:attrNameLst>
                                      </p:cBhvr>
                                      <p:tavLst>
                                        <p:tav tm="0">
                                          <p:val>
                                            <p:strVal val="0"/>
                                          </p:val>
                                        </p:tav>
                                        <p:tav tm="100000">
                                          <p:val>
                                            <p:strVal val="#ppt_w"/>
                                          </p:val>
                                        </p:tav>
                                      </p:tavLst>
                                    </p:anim>
                                    <p:anim calcmode="lin" valueType="num">
                                      <p:cBhvr>
                                        <p:cTn id="101" dur="550" fill="hold"/>
                                        <p:tgtEl>
                                          <p:spTgt spid="26"/>
                                        </p:tgtEl>
                                        <p:attrNameLst>
                                          <p:attrName>ppt_h</p:attrName>
                                        </p:attrNameLst>
                                      </p:cBhvr>
                                      <p:tavLst>
                                        <p:tav tm="0">
                                          <p:val>
                                            <p:strVal val="0"/>
                                          </p:val>
                                        </p:tav>
                                        <p:tav tm="100000">
                                          <p:val>
                                            <p:strVal val="#ppt_h"/>
                                          </p:val>
                                        </p:tav>
                                      </p:tavLst>
                                    </p:anim>
                                    <p:animEffect transition="in" filter="fade">
                                      <p:cBhvr>
                                        <p:cTn id="102" dur="550"/>
                                        <p:tgtEl>
                                          <p:spTgt spid="26"/>
                                        </p:tgtEl>
                                      </p:cBhvr>
                                    </p:animEffect>
                                  </p:childTnLst>
                                </p:cTn>
                              </p:par>
                              <p:par>
                                <p:cTn id="104" presetID="53" presetClass="entr" presetSubtype="16"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 calcmode="lin" valueType="num">
                                      <p:cBhvr>
                                        <p:cTn id="105" dur="550" fill="hold"/>
                                        <p:tgtEl>
                                          <p:spTgt spid="27"/>
                                        </p:tgtEl>
                                        <p:attrNameLst>
                                          <p:attrName>ppt_w</p:attrName>
                                        </p:attrNameLst>
                                      </p:cBhvr>
                                      <p:tavLst>
                                        <p:tav tm="0">
                                          <p:val>
                                            <p:strVal val="0"/>
                                          </p:val>
                                        </p:tav>
                                        <p:tav tm="100000">
                                          <p:val>
                                            <p:strVal val="#ppt_w"/>
                                          </p:val>
                                        </p:tav>
                                      </p:tavLst>
                                    </p:anim>
                                    <p:anim calcmode="lin" valueType="num">
                                      <p:cBhvr>
                                        <p:cTn id="106" dur="550" fill="hold"/>
                                        <p:tgtEl>
                                          <p:spTgt spid="27"/>
                                        </p:tgtEl>
                                        <p:attrNameLst>
                                          <p:attrName>ppt_h</p:attrName>
                                        </p:attrNameLst>
                                      </p:cBhvr>
                                      <p:tavLst>
                                        <p:tav tm="0">
                                          <p:val>
                                            <p:strVal val="0"/>
                                          </p:val>
                                        </p:tav>
                                        <p:tav tm="100000">
                                          <p:val>
                                            <p:strVal val="#ppt_h"/>
                                          </p:val>
                                        </p:tav>
                                      </p:tavLst>
                                    </p:anim>
                                    <p:animEffect transition="in" filter="fade">
                                      <p:cBhvr>
                                        <p:cTn id="107" dur="550"/>
                                        <p:tgtEl>
                                          <p:spTgt spid="27"/>
                                        </p:tgtEl>
                                      </p:cBhvr>
                                    </p:animEffect>
                                  </p:childTnLst>
                                </p:cTn>
                              </p:par>
                              <p:par>
                                <p:cTn id="109" presetID="53" presetClass="entr" presetSubtype="16" fill="hold" grpId="0" nodeType="withEffect">
                                  <p:stCondLst>
                                    <p:cond delay="790"/>
                                  </p:stCondLst>
                                  <p:childTnLst>
                                    <p:set>
                                      <p:cBhvr>
                                        <p:cTn id="108" dur="1" fill="hold">
                                          <p:stCondLst>
                                            <p:cond delay="0"/>
                                          </p:stCondLst>
                                        </p:cTn>
                                        <p:tgtEl>
                                          <p:spTgt spid="28"/>
                                        </p:tgtEl>
                                        <p:attrNameLst>
                                          <p:attrName>style.visibility</p:attrName>
                                        </p:attrNameLst>
                                      </p:cBhvr>
                                      <p:to>
                                        <p:strVal val="visible"/>
                                      </p:to>
                                    </p:set>
                                    <p:anim calcmode="lin" valueType="num">
                                      <p:cBhvr>
                                        <p:cTn id="110" dur="550" fill="hold"/>
                                        <p:tgtEl>
                                          <p:spTgt spid="28"/>
                                        </p:tgtEl>
                                        <p:attrNameLst>
                                          <p:attrName>ppt_w</p:attrName>
                                        </p:attrNameLst>
                                      </p:cBhvr>
                                      <p:tavLst>
                                        <p:tav tm="0">
                                          <p:val>
                                            <p:strVal val="0"/>
                                          </p:val>
                                        </p:tav>
                                        <p:tav tm="100000">
                                          <p:val>
                                            <p:strVal val="#ppt_w"/>
                                          </p:val>
                                        </p:tav>
                                      </p:tavLst>
                                    </p:anim>
                                    <p:anim calcmode="lin" valueType="num">
                                      <p:cBhvr>
                                        <p:cTn id="111" dur="550" fill="hold"/>
                                        <p:tgtEl>
                                          <p:spTgt spid="28"/>
                                        </p:tgtEl>
                                        <p:attrNameLst>
                                          <p:attrName>ppt_h</p:attrName>
                                        </p:attrNameLst>
                                      </p:cBhvr>
                                      <p:tavLst>
                                        <p:tav tm="0">
                                          <p:val>
                                            <p:strVal val="0"/>
                                          </p:val>
                                        </p:tav>
                                        <p:tav tm="100000">
                                          <p:val>
                                            <p:strVal val="#ppt_h"/>
                                          </p:val>
                                        </p:tav>
                                      </p:tavLst>
                                    </p:anim>
                                    <p:animEffect transition="in" filter="fade">
                                      <p:cBhvr>
                                        <p:cTn id="112" dur="550"/>
                                        <p:tgtEl>
                                          <p:spTgt spid="28"/>
                                        </p:tgtEl>
                                      </p:cBhvr>
                                    </p:animEffect>
                                  </p:childTnLst>
                                </p:cTn>
                              </p:par>
                              <p:par>
                                <p:cTn id="114" presetID="53" presetClass="entr" presetSubtype="16" fill="hold" grpId="0" nodeType="withEffect">
                                  <p:stCondLst>
                                    <p:cond delay="950"/>
                                  </p:stCondLst>
                                  <p:childTnLst>
                                    <p:set>
                                      <p:cBhvr>
                                        <p:cTn id="113" dur="1" fill="hold">
                                          <p:stCondLst>
                                            <p:cond delay="0"/>
                                          </p:stCondLst>
                                        </p:cTn>
                                        <p:tgtEl>
                                          <p:spTgt spid="29"/>
                                        </p:tgtEl>
                                        <p:attrNameLst>
                                          <p:attrName>style.visibility</p:attrName>
                                        </p:attrNameLst>
                                      </p:cBhvr>
                                      <p:to>
                                        <p:strVal val="visible"/>
                                      </p:to>
                                    </p:set>
                                    <p:anim calcmode="lin" valueType="num">
                                      <p:cBhvr>
                                        <p:cTn id="115" dur="550" fill="hold"/>
                                        <p:tgtEl>
                                          <p:spTgt spid="29"/>
                                        </p:tgtEl>
                                        <p:attrNameLst>
                                          <p:attrName>ppt_w</p:attrName>
                                        </p:attrNameLst>
                                      </p:cBhvr>
                                      <p:tavLst>
                                        <p:tav tm="0">
                                          <p:val>
                                            <p:strVal val="0"/>
                                          </p:val>
                                        </p:tav>
                                        <p:tav tm="100000">
                                          <p:val>
                                            <p:strVal val="#ppt_w"/>
                                          </p:val>
                                        </p:tav>
                                      </p:tavLst>
                                    </p:anim>
                                    <p:anim calcmode="lin" valueType="num">
                                      <p:cBhvr>
                                        <p:cTn id="116" dur="550" fill="hold"/>
                                        <p:tgtEl>
                                          <p:spTgt spid="29"/>
                                        </p:tgtEl>
                                        <p:attrNameLst>
                                          <p:attrName>ppt_h</p:attrName>
                                        </p:attrNameLst>
                                      </p:cBhvr>
                                      <p:tavLst>
                                        <p:tav tm="0">
                                          <p:val>
                                            <p:strVal val="0"/>
                                          </p:val>
                                        </p:tav>
                                        <p:tav tm="100000">
                                          <p:val>
                                            <p:strVal val="#ppt_h"/>
                                          </p:val>
                                        </p:tav>
                                      </p:tavLst>
                                    </p:anim>
                                    <p:animEffect transition="in" filter="fade">
                                      <p:cBhvr>
                                        <p:cTn id="117" dur="550"/>
                                        <p:tgtEl>
                                          <p:spTgt spid="29"/>
                                        </p:tgtEl>
                                      </p:cBhvr>
                                    </p:animEffect>
                                  </p:childTnLst>
                                </p:cTn>
                              </p:par>
                              <p:par>
                                <p:cTn id="119" presetID="53" presetClass="entr" presetSubtype="16" fill="hold" grpId="0" nodeType="withEffect">
                                  <p:stCondLst>
                                    <p:cond delay="950"/>
                                  </p:stCondLst>
                                  <p:childTnLst>
                                    <p:set>
                                      <p:cBhvr>
                                        <p:cTn id="118" dur="1" fill="hold">
                                          <p:stCondLst>
                                            <p:cond delay="0"/>
                                          </p:stCondLst>
                                        </p:cTn>
                                        <p:tgtEl>
                                          <p:spTgt spid="30"/>
                                        </p:tgtEl>
                                        <p:attrNameLst>
                                          <p:attrName>style.visibility</p:attrName>
                                        </p:attrNameLst>
                                      </p:cBhvr>
                                      <p:to>
                                        <p:strVal val="visible"/>
                                      </p:to>
                                    </p:set>
                                    <p:anim calcmode="lin" valueType="num">
                                      <p:cBhvr>
                                        <p:cTn id="120" dur="550" fill="hold"/>
                                        <p:tgtEl>
                                          <p:spTgt spid="30"/>
                                        </p:tgtEl>
                                        <p:attrNameLst>
                                          <p:attrName>ppt_w</p:attrName>
                                        </p:attrNameLst>
                                      </p:cBhvr>
                                      <p:tavLst>
                                        <p:tav tm="0">
                                          <p:val>
                                            <p:strVal val="0"/>
                                          </p:val>
                                        </p:tav>
                                        <p:tav tm="100000">
                                          <p:val>
                                            <p:strVal val="#ppt_w"/>
                                          </p:val>
                                        </p:tav>
                                      </p:tavLst>
                                    </p:anim>
                                    <p:anim calcmode="lin" valueType="num">
                                      <p:cBhvr>
                                        <p:cTn id="121" dur="550" fill="hold"/>
                                        <p:tgtEl>
                                          <p:spTgt spid="30"/>
                                        </p:tgtEl>
                                        <p:attrNameLst>
                                          <p:attrName>ppt_h</p:attrName>
                                        </p:attrNameLst>
                                      </p:cBhvr>
                                      <p:tavLst>
                                        <p:tav tm="0">
                                          <p:val>
                                            <p:strVal val="0"/>
                                          </p:val>
                                        </p:tav>
                                        <p:tav tm="100000">
                                          <p:val>
                                            <p:strVal val="#ppt_h"/>
                                          </p:val>
                                        </p:tav>
                                      </p:tavLst>
                                    </p:anim>
                                    <p:animEffect transition="in" filter="fade">
                                      <p:cBhvr>
                                        <p:cTn id="122" dur="550"/>
                                        <p:tgtEl>
                                          <p:spTgt spid="30"/>
                                        </p:tgtEl>
                                      </p:cBhvr>
                                    </p:animEffect>
                                  </p:childTnLst>
                                </p:cTn>
                              </p:par>
                              <p:par>
                                <p:cTn id="124" presetID="53" presetClass="entr" presetSubtype="16" fill="hold" grpId="0" nodeType="withEffect">
                                  <p:stCondLst>
                                    <p:cond delay="950"/>
                                  </p:stCondLst>
                                  <p:childTnLst>
                                    <p:set>
                                      <p:cBhvr>
                                        <p:cTn id="123" dur="1" fill="hold">
                                          <p:stCondLst>
                                            <p:cond delay="0"/>
                                          </p:stCondLst>
                                        </p:cTn>
                                        <p:tgtEl>
                                          <p:spTgt spid="31"/>
                                        </p:tgtEl>
                                        <p:attrNameLst>
                                          <p:attrName>style.visibility</p:attrName>
                                        </p:attrNameLst>
                                      </p:cBhvr>
                                      <p:to>
                                        <p:strVal val="visible"/>
                                      </p:to>
                                    </p:set>
                                    <p:anim calcmode="lin" valueType="num">
                                      <p:cBhvr>
                                        <p:cTn id="125" dur="550" fill="hold"/>
                                        <p:tgtEl>
                                          <p:spTgt spid="31"/>
                                        </p:tgtEl>
                                        <p:attrNameLst>
                                          <p:attrName>ppt_w</p:attrName>
                                        </p:attrNameLst>
                                      </p:cBhvr>
                                      <p:tavLst>
                                        <p:tav tm="0">
                                          <p:val>
                                            <p:strVal val="0"/>
                                          </p:val>
                                        </p:tav>
                                        <p:tav tm="100000">
                                          <p:val>
                                            <p:strVal val="#ppt_w"/>
                                          </p:val>
                                        </p:tav>
                                      </p:tavLst>
                                    </p:anim>
                                    <p:anim calcmode="lin" valueType="num">
                                      <p:cBhvr>
                                        <p:cTn id="126" dur="550" fill="hold"/>
                                        <p:tgtEl>
                                          <p:spTgt spid="31"/>
                                        </p:tgtEl>
                                        <p:attrNameLst>
                                          <p:attrName>ppt_h</p:attrName>
                                        </p:attrNameLst>
                                      </p:cBhvr>
                                      <p:tavLst>
                                        <p:tav tm="0">
                                          <p:val>
                                            <p:strVal val="0"/>
                                          </p:val>
                                        </p:tav>
                                        <p:tav tm="100000">
                                          <p:val>
                                            <p:strVal val="#ppt_h"/>
                                          </p:val>
                                        </p:tav>
                                      </p:tavLst>
                                    </p:anim>
                                    <p:animEffect transition="in" filter="fade">
                                      <p:cBhvr>
                                        <p:cTn id="127" dur="5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20" grpId="0" animBg="1"/>
      <p:bldP spid="21" grpId="0" animBg="1"/>
      <p:bldP spid="22" grpId="0" animBg="1"/>
      <p:bldP spid="14" grpId="0" animBg="1"/>
      <p:bldP spid="16" grpId="0" animBg="1"/>
      <p:bldP spid="23" grpId="0" animBg="1"/>
      <p:bldP spid="24" grpId="0" animBg="1"/>
      <p:bldP spid="25" grpId="0" animBg="1"/>
      <p:bldP spid="17" grpId="0" animBg="1"/>
      <p:bldP spid="19" grpId="0" animBg="1"/>
      <p:bldP spid="26" grpId="0" animBg="1"/>
      <p:bldP spid="27" grpId="0" animBg="1"/>
      <p:bldP spid="28" grpId="0" animBg="1"/>
      <p:bldP spid="29" grpId="0" animBg="1"/>
      <p:bldP spid="30" grpId="0" animBg="1"/>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02693" y="-3102466"/>
            <a:ext cx="4417359" cy="441735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301405" y="2159448"/>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678695" y="3979792"/>
            <a:ext cx="4206240" cy="4206240"/>
          </a:xfrm>
          <a:prstGeom prst="rect">
            <a:avLst/>
          </a:prstGeom>
        </p:spPr>
      </p:pic>
      <p:sp>
        <p:nvSpPr>
          <p:cNvPr id="6" name="tv|spin|0|ring"/>
          <p:cNvSpPr/>
          <p:nvPr/>
        </p:nvSpPr>
        <p:spPr>
          <a:xfrm>
            <a:off x="6949440" y="411480"/>
            <a:ext cx="4937760" cy="4937760"/>
          </a:xfrm>
          <a:prstGeom prst="ellipse">
            <a:avLst/>
          </a:prstGeom>
          <a:ln w="31750">
            <a:gradFill flip="none" rotWithShape="1">
              <a:gsLst>
                <a:gs pos="0">
                  <a:srgbClr val="2EF2B0"/>
                </a:gs>
                <a:gs pos="50000">
                  <a:srgbClr val="19B8FF"/>
                </a:gs>
                <a:gs pos="100000">
                  <a:srgbClr val="7C5CFF"/>
                </a:gs>
              </a:gsLst>
              <a:lin ang="0" scaled="0"/>
            </a:gradFill>
            <a:prstDash val="solid"/>
          </a:ln>
        </p:spPr>
      </p:sp>
      <p:sp>
        <p:nvSpPr>
          <p:cNvPr id="7" name="tv|spinRev|0|ring2"/>
          <p:cNvSpPr/>
          <p:nvPr/>
        </p:nvSpPr>
        <p:spPr>
          <a:xfrm>
            <a:off x="7360920" y="822960"/>
            <a:ext cx="4114800" cy="4114800"/>
          </a:xfrm>
          <a:prstGeom prst="ellipse">
            <a:avLst/>
          </a:prstGeom>
          <a:ln w="15875">
            <a:gradFill flip="none" rotWithShape="1">
              <a:gsLst>
                <a:gs pos="0">
                  <a:srgbClr val="2EF2B0"/>
                </a:gs>
                <a:gs pos="50000">
                  <a:srgbClr val="19B8FF"/>
                </a:gs>
                <a:gs pos="100000">
                  <a:srgbClr val="7C5CFF"/>
                </a:gs>
              </a:gsLst>
              <a:lin ang="0" scaled="0"/>
            </a:gradFill>
            <a:prstDash val="dash"/>
          </a:ln>
        </p:spPr>
      </p:sp>
      <p:sp>
        <p:nvSpPr>
          <p:cNvPr id="8" name="tv|fade|0|"/>
          <p:cNvSpPr txBox="1"/>
          <p:nvPr/>
        </p:nvSpPr>
        <p:spPr>
          <a:xfrm>
            <a:off x="640080" y="1005840"/>
            <a:ext cx="5486400" cy="274320"/>
          </a:xfrm>
          <a:prstGeom prst="rect">
            <a:avLst/>
          </a:prstGeom>
          <a:noFill/>
          <a:ln/>
        </p:spPr>
        <p:txBody>
          <a:bodyPr wrap="square" lIns="0" tIns="0" rIns="0" bIns="0" rtlCol="0" anchor="t"/>
          <a:lstStyle/>
          <a:p>
            <a:pPr indent="0" marL="0">
              <a:buNone/>
            </a:pPr>
            <a:r>
              <a:rPr lang="en-US" sz="1300" b="1" spc="300" kern="0" dirty="0">
                <a:gradFill flip="none" rotWithShape="1">
                  <a:gsLst>
                    <a:gs pos="0">
                      <a:srgbClr val="2EF2B0"/>
                    </a:gs>
                    <a:gs pos="50000">
                      <a:srgbClr val="19B8FF"/>
                    </a:gs>
                    <a:gs pos="100000">
                      <a:srgbClr val="7C5CFF"/>
                    </a:gs>
                  </a:gsLst>
                  <a:lin ang="0" scaled="0"/>
                </a:gradFill>
              </a:rPr>
              <a:t>THANKS &amp; SUGGESTIONS</a:t>
            </a:r>
            <a:endParaRPr lang="en-US" sz="1300" dirty="0"/>
          </a:p>
        </p:txBody>
      </p:sp>
      <p:sp>
        <p:nvSpPr>
          <p:cNvPr id="9" name="tv|rise|1|"/>
          <p:cNvSpPr txBox="1"/>
          <p:nvPr/>
        </p:nvSpPr>
        <p:spPr>
          <a:xfrm>
            <a:off x="640080" y="1325880"/>
            <a:ext cx="6217920" cy="1188720"/>
          </a:xfrm>
          <a:prstGeom prst="rect">
            <a:avLst/>
          </a:prstGeom>
          <a:noFill/>
          <a:ln/>
        </p:spPr>
        <p:txBody>
          <a:bodyPr wrap="square" lIns="0" tIns="0" rIns="0" bIns="0" rtlCol="0" anchor="t"/>
          <a:lstStyle/>
          <a:p>
            <a:pPr indent="0" marL="0">
              <a:buNone/>
            </a:pPr>
            <a:r>
              <a:rPr lang="en-US" sz="7200" dirty="0">
                <a:gradFill flip="none" rotWithShape="1">
                  <a:gsLst>
                    <a:gs pos="0">
                      <a:srgbClr val="2EF2B0"/>
                    </a:gs>
                    <a:gs pos="50000">
                      <a:srgbClr val="19B8FF"/>
                    </a:gs>
                    <a:gs pos="100000">
                      <a:srgbClr val="7C5CFF"/>
                    </a:gs>
                  </a:gsLst>
                  <a:lin ang="0" scaled="0"/>
                </a:gradFill>
                <a:latin typeface="Segoe UI Black" pitchFamily="34" charset="0"/>
                <a:ea typeface="Segoe UI Black" pitchFamily="34" charset="-122"/>
                <a:cs typeface="Segoe UI Black" pitchFamily="34" charset="-120"/>
              </a:rPr>
              <a:t>Thank you</a:t>
            </a:r>
            <a:endParaRPr lang="en-US" sz="7200" dirty="0"/>
          </a:p>
        </p:txBody>
      </p:sp>
      <p:sp>
        <p:nvSpPr>
          <p:cNvPr id="10" name="tv|rise|2|"/>
          <p:cNvSpPr txBox="1"/>
          <p:nvPr/>
        </p:nvSpPr>
        <p:spPr>
          <a:xfrm>
            <a:off x="640080" y="2606040"/>
            <a:ext cx="6035040" cy="457200"/>
          </a:xfrm>
          <a:prstGeom prst="rect">
            <a:avLst/>
          </a:prstGeom>
          <a:noFill/>
          <a:ln/>
        </p:spPr>
        <p:txBody>
          <a:bodyPr wrap="square" lIns="0" tIns="0" rIns="0" bIns="0" rtlCol="0" anchor="t"/>
          <a:lstStyle/>
          <a:p>
            <a:pPr indent="0" marL="0">
              <a:buNone/>
            </a:pPr>
            <a:r>
              <a:rPr lang="en-US" sz="2200" dirty="0">
                <a:solidFill>
                  <a:srgbClr val="EEFBFF"/>
                </a:solidFill>
              </a:rPr>
              <a:t>Your suggestions and questions are welcome</a:t>
            </a:r>
            <a:endParaRPr lang="en-US" sz="2200" dirty="0"/>
          </a:p>
        </p:txBody>
      </p:sp>
      <p:sp>
        <p:nvSpPr>
          <p:cNvPr id="11" name="tv|rise|3|"/>
          <p:cNvSpPr txBox="1"/>
          <p:nvPr/>
        </p:nvSpPr>
        <p:spPr>
          <a:xfrm>
            <a:off x="640080" y="3429000"/>
            <a:ext cx="4572000" cy="329184"/>
          </a:xfrm>
          <a:prstGeom prst="rect">
            <a:avLst/>
          </a:prstGeom>
          <a:noFill/>
          <a:ln/>
        </p:spPr>
        <p:txBody>
          <a:bodyPr wrap="square" lIns="0" tIns="0" rIns="0" bIns="0" rtlCol="0" anchor="t"/>
          <a:lstStyle/>
          <a:p>
            <a:pPr indent="0" marL="0">
              <a:buNone/>
            </a:pPr>
            <a:r>
              <a:rPr lang="en-US" sz="1500" b="1" dirty="0">
                <a:solidFill>
                  <a:srgbClr val="EEFBFF"/>
                </a:solidFill>
              </a:rPr>
              <a:t>KIRUBHAKARAN K</a:t>
            </a:r>
            <a:pPr indent="0" marL="0">
              <a:buNone/>
            </a:pPr>
            <a:r>
              <a:rPr lang="en-US" sz="1500" dirty="0">
                <a:solidFill>
                  <a:srgbClr val="9FC4CF"/>
                </a:solidFill>
              </a:rPr>
              <a:t>   26MX325</a:t>
            </a:r>
            <a:endParaRPr lang="en-US" sz="1500" dirty="0"/>
          </a:p>
        </p:txBody>
      </p:sp>
      <p:sp>
        <p:nvSpPr>
          <p:cNvPr id="12" name="tv|rise|4|"/>
          <p:cNvSpPr txBox="1"/>
          <p:nvPr/>
        </p:nvSpPr>
        <p:spPr>
          <a:xfrm>
            <a:off x="640080" y="3813048"/>
            <a:ext cx="4572000" cy="329184"/>
          </a:xfrm>
          <a:prstGeom prst="rect">
            <a:avLst/>
          </a:prstGeom>
          <a:noFill/>
          <a:ln/>
        </p:spPr>
        <p:txBody>
          <a:bodyPr wrap="square" lIns="0" tIns="0" rIns="0" bIns="0" rtlCol="0" anchor="t"/>
          <a:lstStyle/>
          <a:p>
            <a:pPr indent="0" marL="0">
              <a:buNone/>
            </a:pPr>
            <a:r>
              <a:rPr lang="en-US" sz="1500" b="1" dirty="0">
                <a:solidFill>
                  <a:srgbClr val="EEFBFF"/>
                </a:solidFill>
              </a:rPr>
              <a:t>POOJA M</a:t>
            </a:r>
            <a:pPr indent="0" marL="0">
              <a:buNone/>
            </a:pPr>
            <a:r>
              <a:rPr lang="en-US" sz="1500" dirty="0">
                <a:solidFill>
                  <a:srgbClr val="9FC4CF"/>
                </a:solidFill>
              </a:rPr>
              <a:t>   26MX337</a:t>
            </a:r>
            <a:endParaRPr lang="en-US" sz="1500" dirty="0"/>
          </a:p>
        </p:txBody>
      </p:sp>
      <p:sp>
        <p:nvSpPr>
          <p:cNvPr id="13" name="tv|rise|5|"/>
          <p:cNvSpPr txBox="1"/>
          <p:nvPr/>
        </p:nvSpPr>
        <p:spPr>
          <a:xfrm>
            <a:off x="640080" y="4197096"/>
            <a:ext cx="4572000" cy="329184"/>
          </a:xfrm>
          <a:prstGeom prst="rect">
            <a:avLst/>
          </a:prstGeom>
          <a:noFill/>
          <a:ln/>
        </p:spPr>
        <p:txBody>
          <a:bodyPr wrap="square" lIns="0" tIns="0" rIns="0" bIns="0" rtlCol="0" anchor="t"/>
          <a:lstStyle/>
          <a:p>
            <a:pPr indent="0" marL="0">
              <a:buNone/>
            </a:pPr>
            <a:r>
              <a:rPr lang="en-US" sz="1500" b="1" dirty="0">
                <a:solidFill>
                  <a:srgbClr val="EEFBFF"/>
                </a:solidFill>
              </a:rPr>
              <a:t>SRINITHISH J K</a:t>
            </a:r>
            <a:pPr indent="0" marL="0">
              <a:buNone/>
            </a:pPr>
            <a:r>
              <a:rPr lang="en-US" sz="1500" dirty="0">
                <a:solidFill>
                  <a:srgbClr val="9FC4CF"/>
                </a:solidFill>
              </a:rPr>
              <a:t>   26MX347</a:t>
            </a:r>
            <a:endParaRPr lang="en-US" sz="1500" dirty="0"/>
          </a:p>
        </p:txBody>
      </p:sp>
      <p:sp>
        <p:nvSpPr>
          <p:cNvPr id="14" name="tv|rise|6|"/>
          <p:cNvSpPr txBox="1"/>
          <p:nvPr/>
        </p:nvSpPr>
        <p:spPr>
          <a:xfrm>
            <a:off x="640080" y="4709160"/>
            <a:ext cx="4572000" cy="329184"/>
          </a:xfrm>
          <a:prstGeom prst="rect">
            <a:avLst/>
          </a:prstGeom>
          <a:noFill/>
          <a:ln/>
        </p:spPr>
        <p:txBody>
          <a:bodyPr wrap="square" lIns="0" tIns="0" rIns="0" bIns="0" rtlCol="0" anchor="t"/>
          <a:lstStyle/>
          <a:p>
            <a:pPr indent="0" marL="0">
              <a:buNone/>
            </a:pPr>
            <a:r>
              <a:rPr lang="en-US" sz="1500" dirty="0">
                <a:solidFill>
                  <a:srgbClr val="9FC4CF"/>
                </a:solidFill>
              </a:rPr>
              <a:t>Project Guide  </a:t>
            </a:r>
            <a:pPr indent="0" marL="0">
              <a:buNone/>
            </a:pPr>
            <a:r>
              <a:rPr lang="en-US" sz="1500" b="1" dirty="0">
                <a:solidFill>
                  <a:srgbClr val="EEFBFF"/>
                </a:solidFill>
              </a:rPr>
              <a:t>Dr. N. Ilayaraja</a:t>
            </a:r>
            <a:endParaRPr lang="en-US" sz="1500" dirty="0"/>
          </a:p>
        </p:txBody>
      </p:sp>
      <p:sp>
        <p:nvSpPr>
          <p:cNvPr id="15" name="tv|zoom|2|"/>
          <p:cNvSpPr/>
          <p:nvPr/>
        </p:nvSpPr>
        <p:spPr>
          <a:xfrm>
            <a:off x="6967728" y="1417320"/>
            <a:ext cx="2240280" cy="3063240"/>
          </a:xfrm>
          <a:prstGeom prst="roundRect">
            <a:avLst>
              <a:gd name="adj" fmla="val 5714"/>
            </a:avLst>
          </a:prstGeom>
          <a:solidFill>
            <a:srgbClr val="0B2230">
              <a:alpha val="96000"/>
            </a:srgbClr>
          </a:solidFill>
          <a:ln w="28575">
            <a:gradFill flip="none" rotWithShape="1">
              <a:gsLst>
                <a:gs pos="0">
                  <a:srgbClr val="2EF2B0"/>
                </a:gs>
                <a:gs pos="50000">
                  <a:srgbClr val="19B8FF"/>
                </a:gs>
                <a:gs pos="100000">
                  <a:srgbClr val="7C5CFF"/>
                </a:gs>
              </a:gsLst>
              <a:lin ang="0" scaled="0"/>
            </a:gradFill>
            <a:prstDash val="solid"/>
          </a:ln>
        </p:spPr>
      </p:sp>
      <p:pic>
        <p:nvPicPr>
          <p:cNvPr id="16" name="tv|zoom|2|" descr="QR code for trustvault-5lgg.onrender.com">    </p:cNvPr>
          <p:cNvPicPr>
            <a:picLocks noChangeAspect="1"/>
          </p:cNvPicPr>
          <p:nvPr/>
        </p:nvPicPr>
        <p:blipFill>
          <a:blip r:embed="rId4"/>
          <a:stretch>
            <a:fillRect/>
          </a:stretch>
        </p:blipFill>
        <p:spPr>
          <a:xfrm>
            <a:off x="7242048" y="1691640"/>
            <a:ext cx="1691640" cy="1691640"/>
          </a:xfrm>
          <a:prstGeom prst="rect">
            <a:avLst/>
          </a:prstGeom>
        </p:spPr>
      </p:pic>
      <p:sp>
        <p:nvSpPr>
          <p:cNvPr id="17" name="tv|zoom|2|"/>
          <p:cNvSpPr txBox="1"/>
          <p:nvPr/>
        </p:nvSpPr>
        <p:spPr>
          <a:xfrm>
            <a:off x="7150608" y="3520440"/>
            <a:ext cx="1874520" cy="320040"/>
          </a:xfrm>
          <a:prstGeom prst="rect">
            <a:avLst/>
          </a:prstGeom>
          <a:noFill/>
          <a:ln/>
        </p:spPr>
        <p:txBody>
          <a:bodyPr wrap="square" lIns="0" tIns="0" rIns="0" bIns="0" rtlCol="0" anchor="t"/>
          <a:lstStyle/>
          <a:p>
            <a:pPr algn="ctr" indent="0" marL="0">
              <a:buNone/>
            </a:pPr>
            <a:r>
              <a:rPr lang="en-US" sz="1500" b="1" dirty="0">
                <a:solidFill>
                  <a:srgbClr val="EEFBFF"/>
                </a:solidFill>
              </a:rPr>
              <a:t>Live app</a:t>
            </a:r>
            <a:endParaRPr lang="en-US" sz="1500" dirty="0"/>
          </a:p>
        </p:txBody>
      </p:sp>
      <p:sp>
        <p:nvSpPr>
          <p:cNvPr id="18" name="tv|zoom|2|"/>
          <p:cNvSpPr txBox="1"/>
          <p:nvPr/>
        </p:nvSpPr>
        <p:spPr>
          <a:xfrm>
            <a:off x="7059168" y="3867912"/>
            <a:ext cx="2057400" cy="457200"/>
          </a:xfrm>
          <a:prstGeom prst="rect">
            <a:avLst/>
          </a:prstGeom>
          <a:noFill/>
          <a:ln/>
        </p:spPr>
        <p:txBody>
          <a:bodyPr wrap="square" lIns="0" tIns="0" rIns="0" bIns="0" rtlCol="0" anchor="t"/>
          <a:lstStyle/>
          <a:p>
            <a:pPr algn="ctr" indent="0" marL="0">
              <a:buNone/>
            </a:pPr>
            <a:r>
              <a:rPr lang="en-US" sz="1000" dirty="0">
                <a:solidFill>
                  <a:srgbClr val="9FC4CF"/>
                </a:solidFill>
              </a:rPr>
              <a:t>trustvault-5lgg.onrender.com</a:t>
            </a:r>
            <a:endParaRPr lang="en-US" sz="1000" dirty="0"/>
          </a:p>
        </p:txBody>
      </p:sp>
      <p:sp>
        <p:nvSpPr>
          <p:cNvPr id="19" name="tv|zoom|3|"/>
          <p:cNvSpPr/>
          <p:nvPr/>
        </p:nvSpPr>
        <p:spPr>
          <a:xfrm>
            <a:off x="9345168" y="1417320"/>
            <a:ext cx="2240280" cy="3063240"/>
          </a:xfrm>
          <a:prstGeom prst="roundRect">
            <a:avLst>
              <a:gd name="adj" fmla="val 5714"/>
            </a:avLst>
          </a:prstGeom>
          <a:solidFill>
            <a:srgbClr val="0B2230">
              <a:alpha val="96000"/>
            </a:srgbClr>
          </a:solidFill>
          <a:ln w="28575">
            <a:gradFill flip="none" rotWithShape="1">
              <a:gsLst>
                <a:gs pos="0">
                  <a:srgbClr val="2EF2B0"/>
                </a:gs>
                <a:gs pos="50000">
                  <a:srgbClr val="19B8FF"/>
                </a:gs>
                <a:gs pos="100000">
                  <a:srgbClr val="7C5CFF"/>
                </a:gs>
              </a:gsLst>
              <a:lin ang="0" scaled="0"/>
            </a:gradFill>
            <a:prstDash val="solid"/>
          </a:ln>
        </p:spPr>
      </p:sp>
      <p:pic>
        <p:nvPicPr>
          <p:cNvPr id="20" name="tv|zoom|3|" descr="QR code for github.com/renissshh/TrustVault">    </p:cNvPr>
          <p:cNvPicPr>
            <a:picLocks noChangeAspect="1"/>
          </p:cNvPicPr>
          <p:nvPr/>
        </p:nvPicPr>
        <p:blipFill>
          <a:blip r:embed="rId5"/>
          <a:stretch>
            <a:fillRect/>
          </a:stretch>
        </p:blipFill>
        <p:spPr>
          <a:xfrm>
            <a:off x="9619488" y="1691640"/>
            <a:ext cx="1691640" cy="1691640"/>
          </a:xfrm>
          <a:prstGeom prst="rect">
            <a:avLst/>
          </a:prstGeom>
        </p:spPr>
      </p:pic>
      <p:sp>
        <p:nvSpPr>
          <p:cNvPr id="21" name="tv|zoom|3|"/>
          <p:cNvSpPr txBox="1"/>
          <p:nvPr/>
        </p:nvSpPr>
        <p:spPr>
          <a:xfrm>
            <a:off x="9528048" y="3520440"/>
            <a:ext cx="1874520" cy="320040"/>
          </a:xfrm>
          <a:prstGeom prst="rect">
            <a:avLst/>
          </a:prstGeom>
          <a:noFill/>
          <a:ln/>
        </p:spPr>
        <p:txBody>
          <a:bodyPr wrap="square" lIns="0" tIns="0" rIns="0" bIns="0" rtlCol="0" anchor="t"/>
          <a:lstStyle/>
          <a:p>
            <a:pPr algn="ctr" indent="0" marL="0">
              <a:buNone/>
            </a:pPr>
            <a:r>
              <a:rPr lang="en-US" sz="1500" b="1" dirty="0">
                <a:solidFill>
                  <a:srgbClr val="EEFBFF"/>
                </a:solidFill>
              </a:rPr>
              <a:t>Source code</a:t>
            </a:r>
            <a:endParaRPr lang="en-US" sz="1500" dirty="0"/>
          </a:p>
        </p:txBody>
      </p:sp>
      <p:sp>
        <p:nvSpPr>
          <p:cNvPr id="22" name="tv|zoom|3|"/>
          <p:cNvSpPr txBox="1"/>
          <p:nvPr/>
        </p:nvSpPr>
        <p:spPr>
          <a:xfrm>
            <a:off x="9436608" y="3867912"/>
            <a:ext cx="2057400" cy="457200"/>
          </a:xfrm>
          <a:prstGeom prst="rect">
            <a:avLst/>
          </a:prstGeom>
          <a:noFill/>
          <a:ln/>
        </p:spPr>
        <p:txBody>
          <a:bodyPr wrap="square" lIns="0" tIns="0" rIns="0" bIns="0" rtlCol="0" anchor="t"/>
          <a:lstStyle/>
          <a:p>
            <a:pPr algn="ctr" indent="0" marL="0">
              <a:buNone/>
            </a:pPr>
            <a:r>
              <a:rPr lang="en-US" sz="1000" dirty="0">
                <a:solidFill>
                  <a:srgbClr val="9FC4CF"/>
                </a:solidFill>
              </a:rPr>
              <a:t>github.com/renissshh/TrustVault</a:t>
            </a:r>
            <a:endParaRPr lang="en-US" sz="1000" dirty="0"/>
          </a:p>
        </p:txBody>
      </p:sp>
      <p:sp>
        <p:nvSpPr>
          <p:cNvPr id="23" name="tv|fade|7|"/>
          <p:cNvSpPr txBox="1"/>
          <p:nvPr/>
        </p:nvSpPr>
        <p:spPr>
          <a:xfrm>
            <a:off x="640080" y="6035040"/>
            <a:ext cx="8229600" cy="274320"/>
          </a:xfrm>
          <a:prstGeom prst="rect">
            <a:avLst/>
          </a:prstGeom>
          <a:noFill/>
          <a:ln/>
        </p:spPr>
        <p:txBody>
          <a:bodyPr wrap="square" lIns="0" tIns="0" rIns="0" bIns="0" rtlCol="0" anchor="t"/>
          <a:lstStyle/>
          <a:p>
            <a:pPr indent="0" marL="0">
              <a:buNone/>
            </a:pPr>
            <a:r>
              <a:rPr lang="en-US" sz="1100" dirty="0">
                <a:solidFill>
                  <a:srgbClr val="9FC4CF"/>
                </a:solidFill>
              </a:rPr>
              <a:t>PSG College of Technology  ·  Department of Computer Applications  ·  26MX17 Review 1</a:t>
            </a:r>
            <a:endParaRPr lang="en-US" sz="1100" dirty="0"/>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8" presetClass="emph" presetSubtype="0" repeatCount="indefinite" fill="hold" grpId="0" nodeType="afterEffect">
                                  <p:stCondLst>
                                    <p:cond delay="0"/>
                                  </p:stCondLst>
                                  <p:childTnLst>
                                    <p:animRot by="21600000">
                                      <p:cBhvr>
                                        <p:cTn id="7" dur="30000" fill="hold"/>
                                        <p:tgtEl>
                                          <p:spTgt spid="6"/>
                                        </p:tgtEl>
                                        <p:attrNameLst>
                                          <p:attrName>r</p:attrName>
                                        </p:attrNameLst>
                                      </p:cBhvr>
                                    </p:animRot>
                                  </p:childTnLst>
                                </p:cTn>
                              </p:par>
                              <p:par>
                                <p:cTn id="9" presetID="8" presetClass="emph" presetSubtype="0" repeatCount="indefinite" fill="hold" grpId="0" nodeType="withEffect">
                                  <p:stCondLst>
                                    <p:cond delay="0"/>
                                  </p:stCondLst>
                                  <p:childTnLst>
                                    <p:animRot by="-21600000">
                                      <p:cBhvr>
                                        <p:cTn id="10" dur="22000" fill="hold"/>
                                        <p:tgtEl>
                                          <p:spTgt spid="7"/>
                                        </p:tgtEl>
                                        <p:attrNameLst>
                                          <p:attrName>r</p:attrName>
                                        </p:attrNameLst>
                                      </p:cBhvr>
                                    </p:animRot>
                                  </p:childTnLst>
                                </p:cTn>
                              </p:par>
                              <p:par>
                                <p:cTn id="12" presetID="10" presetClass="entr" presetSubtype="0" fill="hold" grpId="0" nodeType="withEffect">
                                  <p:stCondLst>
                                    <p:cond delay="150"/>
                                  </p:stCondLst>
                                  <p:childTnLst>
                                    <p:set>
                                      <p:cBhvr>
                                        <p:cTn id="11"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5" presetID="42" presetClass="entr" presetSubtype="0" fill="hold" grpId="0" nodeType="withEffect">
                                  <p:stCondLst>
                                    <p:cond delay="310"/>
                                  </p:stCondLst>
                                  <p:childTnLst>
                                    <p:set>
                                      <p:cBhvr>
                                        <p:cTn id="14" dur="1" fill="hold">
                                          <p:stCondLst>
                                            <p:cond delay="0"/>
                                          </p:stCondLst>
                                        </p:cTn>
                                        <p:tgtEl>
                                          <p:spTgt spid="9"/>
                                        </p:tgtEl>
                                        <p:attrNameLst>
                                          <p:attrName>style.visibility</p:attrName>
                                        </p:attrNameLst>
                                      </p:cBhvr>
                                      <p:to>
                                        <p:strVal val="visible"/>
                                      </p:to>
                                    </p:set>
                                    <p:animEffect transition="in" filter="fade">
                                      <p:cBhvr>
                                        <p:cTn id="16" dur="700"/>
                                        <p:tgtEl>
                                          <p:spTgt spid="9"/>
                                        </p:tgtEl>
                                      </p:cBhvr>
                                    </p:animEffect>
                                    <p:anim calcmode="lin" valueType="num">
                                      <p:cBhvr>
                                        <p:cTn id="17" dur="700" fill="hold"/>
                                        <p:tgtEl>
                                          <p:spTgt spid="9"/>
                                        </p:tgtEl>
                                        <p:attrNameLst>
                                          <p:attrName>ppt_x</p:attrName>
                                        </p:attrNameLst>
                                      </p:cBhvr>
                                      <p:tavLst>
                                        <p:tav tm="0">
                                          <p:val>
                                            <p:strVal val="#ppt_x"/>
                                          </p:val>
                                        </p:tav>
                                        <p:tav tm="100000">
                                          <p:val>
                                            <p:strVal val="#ppt_x"/>
                                          </p:val>
                                        </p:tav>
                                      </p:tavLst>
                                    </p:anim>
                                    <p:anim calcmode="lin" valueType="num">
                                      <p:cBhvr>
                                        <p:cTn id="18" dur="700" fill="hold"/>
                                        <p:tgtEl>
                                          <p:spTgt spid="9"/>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470"/>
                                  </p:stCondLst>
                                  <p:childTnLst>
                                    <p:set>
                                      <p:cBhvr>
                                        <p:cTn id="19" dur="1" fill="hold">
                                          <p:stCondLst>
                                            <p:cond delay="0"/>
                                          </p:stCondLst>
                                        </p:cTn>
                                        <p:tgtEl>
                                          <p:spTgt spid="10"/>
                                        </p:tgtEl>
                                        <p:attrNameLst>
                                          <p:attrName>style.visibility</p:attrName>
                                        </p:attrNameLst>
                                      </p:cBhvr>
                                      <p:to>
                                        <p:strVal val="visible"/>
                                      </p:to>
                                    </p:set>
                                    <p:animEffect transition="in" filter="fade">
                                      <p:cBhvr>
                                        <p:cTn id="21" dur="700"/>
                                        <p:tgtEl>
                                          <p:spTgt spid="10"/>
                                        </p:tgtEl>
                                      </p:cBhvr>
                                    </p:animEffect>
                                    <p:anim calcmode="lin" valueType="num">
                                      <p:cBhvr>
                                        <p:cTn id="22" dur="700" fill="hold"/>
                                        <p:tgtEl>
                                          <p:spTgt spid="10"/>
                                        </p:tgtEl>
                                        <p:attrNameLst>
                                          <p:attrName>ppt_x</p:attrName>
                                        </p:attrNameLst>
                                      </p:cBhvr>
                                      <p:tavLst>
                                        <p:tav tm="0">
                                          <p:val>
                                            <p:strVal val="#ppt_x"/>
                                          </p:val>
                                        </p:tav>
                                        <p:tav tm="100000">
                                          <p:val>
                                            <p:strVal val="#ppt_x"/>
                                          </p:val>
                                        </p:tav>
                                      </p:tavLst>
                                    </p:anim>
                                    <p:anim calcmode="lin" valueType="num">
                                      <p:cBhvr>
                                        <p:cTn id="23" dur="700" fill="hold"/>
                                        <p:tgtEl>
                                          <p:spTgt spid="10"/>
                                        </p:tgtEl>
                                        <p:attrNameLst>
                                          <p:attrName>ppt_y</p:attrName>
                                        </p:attrNameLst>
                                      </p:cBhvr>
                                      <p:tavLst>
                                        <p:tav tm="0">
                                          <p:val>
                                            <p:strVal val="#ppt_y+.06"/>
                                          </p:val>
                                        </p:tav>
                                        <p:tav tm="100000">
                                          <p:val>
                                            <p:strVal val="#ppt_y"/>
                                          </p:val>
                                        </p:tav>
                                      </p:tavLst>
                                    </p:anim>
                                  </p:childTnLst>
                                </p:cTn>
                              </p:par>
                              <p:par>
                                <p:cTn id="25" presetID="53" presetClass="entr" presetSubtype="16" fill="hold" grpId="0" nodeType="withEffect">
                                  <p:stCondLst>
                                    <p:cond delay="470"/>
                                  </p:stCondLst>
                                  <p:childTnLst>
                                    <p:set>
                                      <p:cBhvr>
                                        <p:cTn id="24" dur="1" fill="hold">
                                          <p:stCondLst>
                                            <p:cond delay="0"/>
                                          </p:stCondLst>
                                        </p:cTn>
                                        <p:tgtEl>
                                          <p:spTgt spid="15"/>
                                        </p:tgtEl>
                                        <p:attrNameLst>
                                          <p:attrName>style.visibility</p:attrName>
                                        </p:attrNameLst>
                                      </p:cBhvr>
                                      <p:to>
                                        <p:strVal val="visible"/>
                                      </p:to>
                                    </p:set>
                                    <p:anim calcmode="lin" valueType="num">
                                      <p:cBhvr>
                                        <p:cTn id="26" dur="550" fill="hold"/>
                                        <p:tgtEl>
                                          <p:spTgt spid="15"/>
                                        </p:tgtEl>
                                        <p:attrNameLst>
                                          <p:attrName>ppt_w</p:attrName>
                                        </p:attrNameLst>
                                      </p:cBhvr>
                                      <p:tavLst>
                                        <p:tav tm="0">
                                          <p:val>
                                            <p:strVal val="0"/>
                                          </p:val>
                                        </p:tav>
                                        <p:tav tm="100000">
                                          <p:val>
                                            <p:strVal val="#ppt_w"/>
                                          </p:val>
                                        </p:tav>
                                      </p:tavLst>
                                    </p:anim>
                                    <p:anim calcmode="lin" valueType="num">
                                      <p:cBhvr>
                                        <p:cTn id="27" dur="550" fill="hold"/>
                                        <p:tgtEl>
                                          <p:spTgt spid="15"/>
                                        </p:tgtEl>
                                        <p:attrNameLst>
                                          <p:attrName>ppt_h</p:attrName>
                                        </p:attrNameLst>
                                      </p:cBhvr>
                                      <p:tavLst>
                                        <p:tav tm="0">
                                          <p:val>
                                            <p:strVal val="0"/>
                                          </p:val>
                                        </p:tav>
                                        <p:tav tm="100000">
                                          <p:val>
                                            <p:strVal val="#ppt_h"/>
                                          </p:val>
                                        </p:tav>
                                      </p:tavLst>
                                    </p:anim>
                                    <p:animEffect transition="in" filter="fade">
                                      <p:cBhvr>
                                        <p:cTn id="28" dur="550"/>
                                        <p:tgtEl>
                                          <p:spTgt spid="15"/>
                                        </p:tgtEl>
                                      </p:cBhvr>
                                    </p:animEffect>
                                  </p:childTnLst>
                                </p:cTn>
                              </p:par>
                              <p:par>
                                <p:cTn id="30" presetID="53" presetClass="entr" presetSubtype="16" fill="hold" grpId="0" nodeType="withEffect">
                                  <p:stCondLst>
                                    <p:cond delay="470"/>
                                  </p:stCondLst>
                                  <p:childTnLst>
                                    <p:set>
                                      <p:cBhvr>
                                        <p:cTn id="29" dur="1" fill="hold">
                                          <p:stCondLst>
                                            <p:cond delay="0"/>
                                          </p:stCondLst>
                                        </p:cTn>
                                        <p:tgtEl>
                                          <p:spTgt spid="16"/>
                                        </p:tgtEl>
                                        <p:attrNameLst>
                                          <p:attrName>style.visibility</p:attrName>
                                        </p:attrNameLst>
                                      </p:cBhvr>
                                      <p:to>
                                        <p:strVal val="visible"/>
                                      </p:to>
                                    </p:set>
                                    <p:anim calcmode="lin" valueType="num">
                                      <p:cBhvr>
                                        <p:cTn id="31" dur="550" fill="hold"/>
                                        <p:tgtEl>
                                          <p:spTgt spid="16"/>
                                        </p:tgtEl>
                                        <p:attrNameLst>
                                          <p:attrName>ppt_w</p:attrName>
                                        </p:attrNameLst>
                                      </p:cBhvr>
                                      <p:tavLst>
                                        <p:tav tm="0">
                                          <p:val>
                                            <p:strVal val="0"/>
                                          </p:val>
                                        </p:tav>
                                        <p:tav tm="100000">
                                          <p:val>
                                            <p:strVal val="#ppt_w"/>
                                          </p:val>
                                        </p:tav>
                                      </p:tavLst>
                                    </p:anim>
                                    <p:anim calcmode="lin" valueType="num">
                                      <p:cBhvr>
                                        <p:cTn id="32" dur="550" fill="hold"/>
                                        <p:tgtEl>
                                          <p:spTgt spid="16"/>
                                        </p:tgtEl>
                                        <p:attrNameLst>
                                          <p:attrName>ppt_h</p:attrName>
                                        </p:attrNameLst>
                                      </p:cBhvr>
                                      <p:tavLst>
                                        <p:tav tm="0">
                                          <p:val>
                                            <p:strVal val="0"/>
                                          </p:val>
                                        </p:tav>
                                        <p:tav tm="100000">
                                          <p:val>
                                            <p:strVal val="#ppt_h"/>
                                          </p:val>
                                        </p:tav>
                                      </p:tavLst>
                                    </p:anim>
                                    <p:animEffect transition="in" filter="fade">
                                      <p:cBhvr>
                                        <p:cTn id="33" dur="550"/>
                                        <p:tgtEl>
                                          <p:spTgt spid="16"/>
                                        </p:tgtEl>
                                      </p:cBhvr>
                                    </p:animEffect>
                                  </p:childTnLst>
                                </p:cTn>
                              </p:par>
                              <p:par>
                                <p:cTn id="35" presetID="53" presetClass="entr" presetSubtype="16" fill="hold" grpId="0" nodeType="withEffect">
                                  <p:stCondLst>
                                    <p:cond delay="470"/>
                                  </p:stCondLst>
                                  <p:childTnLst>
                                    <p:set>
                                      <p:cBhvr>
                                        <p:cTn id="34" dur="1" fill="hold">
                                          <p:stCondLst>
                                            <p:cond delay="0"/>
                                          </p:stCondLst>
                                        </p:cTn>
                                        <p:tgtEl>
                                          <p:spTgt spid="17"/>
                                        </p:tgtEl>
                                        <p:attrNameLst>
                                          <p:attrName>style.visibility</p:attrName>
                                        </p:attrNameLst>
                                      </p:cBhvr>
                                      <p:to>
                                        <p:strVal val="visible"/>
                                      </p:to>
                                    </p:set>
                                    <p:anim calcmode="lin" valueType="num">
                                      <p:cBhvr>
                                        <p:cTn id="36" dur="550" fill="hold"/>
                                        <p:tgtEl>
                                          <p:spTgt spid="17"/>
                                        </p:tgtEl>
                                        <p:attrNameLst>
                                          <p:attrName>ppt_w</p:attrName>
                                        </p:attrNameLst>
                                      </p:cBhvr>
                                      <p:tavLst>
                                        <p:tav tm="0">
                                          <p:val>
                                            <p:strVal val="0"/>
                                          </p:val>
                                        </p:tav>
                                        <p:tav tm="100000">
                                          <p:val>
                                            <p:strVal val="#ppt_w"/>
                                          </p:val>
                                        </p:tav>
                                      </p:tavLst>
                                    </p:anim>
                                    <p:anim calcmode="lin" valueType="num">
                                      <p:cBhvr>
                                        <p:cTn id="37" dur="550" fill="hold"/>
                                        <p:tgtEl>
                                          <p:spTgt spid="17"/>
                                        </p:tgtEl>
                                        <p:attrNameLst>
                                          <p:attrName>ppt_h</p:attrName>
                                        </p:attrNameLst>
                                      </p:cBhvr>
                                      <p:tavLst>
                                        <p:tav tm="0">
                                          <p:val>
                                            <p:strVal val="0"/>
                                          </p:val>
                                        </p:tav>
                                        <p:tav tm="100000">
                                          <p:val>
                                            <p:strVal val="#ppt_h"/>
                                          </p:val>
                                        </p:tav>
                                      </p:tavLst>
                                    </p:anim>
                                    <p:animEffect transition="in" filter="fade">
                                      <p:cBhvr>
                                        <p:cTn id="38" dur="550"/>
                                        <p:tgtEl>
                                          <p:spTgt spid="17"/>
                                        </p:tgtEl>
                                      </p:cBhvr>
                                    </p:animEffect>
                                  </p:childTnLst>
                                </p:cTn>
                              </p:par>
                              <p:par>
                                <p:cTn id="40" presetID="53" presetClass="entr" presetSubtype="16" fill="hold" grpId="0" nodeType="withEffect">
                                  <p:stCondLst>
                                    <p:cond delay="470"/>
                                  </p:stCondLst>
                                  <p:childTnLst>
                                    <p:set>
                                      <p:cBhvr>
                                        <p:cTn id="39" dur="1" fill="hold">
                                          <p:stCondLst>
                                            <p:cond delay="0"/>
                                          </p:stCondLst>
                                        </p:cTn>
                                        <p:tgtEl>
                                          <p:spTgt spid="18"/>
                                        </p:tgtEl>
                                        <p:attrNameLst>
                                          <p:attrName>style.visibility</p:attrName>
                                        </p:attrNameLst>
                                      </p:cBhvr>
                                      <p:to>
                                        <p:strVal val="visible"/>
                                      </p:to>
                                    </p:set>
                                    <p:anim calcmode="lin" valueType="num">
                                      <p:cBhvr>
                                        <p:cTn id="41" dur="550" fill="hold"/>
                                        <p:tgtEl>
                                          <p:spTgt spid="18"/>
                                        </p:tgtEl>
                                        <p:attrNameLst>
                                          <p:attrName>ppt_w</p:attrName>
                                        </p:attrNameLst>
                                      </p:cBhvr>
                                      <p:tavLst>
                                        <p:tav tm="0">
                                          <p:val>
                                            <p:strVal val="0"/>
                                          </p:val>
                                        </p:tav>
                                        <p:tav tm="100000">
                                          <p:val>
                                            <p:strVal val="#ppt_w"/>
                                          </p:val>
                                        </p:tav>
                                      </p:tavLst>
                                    </p:anim>
                                    <p:anim calcmode="lin" valueType="num">
                                      <p:cBhvr>
                                        <p:cTn id="42" dur="550" fill="hold"/>
                                        <p:tgtEl>
                                          <p:spTgt spid="18"/>
                                        </p:tgtEl>
                                        <p:attrNameLst>
                                          <p:attrName>ppt_h</p:attrName>
                                        </p:attrNameLst>
                                      </p:cBhvr>
                                      <p:tavLst>
                                        <p:tav tm="0">
                                          <p:val>
                                            <p:strVal val="0"/>
                                          </p:val>
                                        </p:tav>
                                        <p:tav tm="100000">
                                          <p:val>
                                            <p:strVal val="#ppt_h"/>
                                          </p:val>
                                        </p:tav>
                                      </p:tavLst>
                                    </p:anim>
                                    <p:animEffect transition="in" filter="fade">
                                      <p:cBhvr>
                                        <p:cTn id="43" dur="550"/>
                                        <p:tgtEl>
                                          <p:spTgt spid="18"/>
                                        </p:tgtEl>
                                      </p:cBhvr>
                                    </p:animEffect>
                                  </p:childTnLst>
                                </p:cTn>
                              </p:par>
                              <p:par>
                                <p:cTn id="45" presetID="42" presetClass="entr" presetSubtype="0" fill="hold" grpId="0" nodeType="withEffect">
                                  <p:stCondLst>
                                    <p:cond delay="630"/>
                                  </p:stCondLst>
                                  <p:childTnLst>
                                    <p:set>
                                      <p:cBhvr>
                                        <p:cTn id="44" dur="1" fill="hold">
                                          <p:stCondLst>
                                            <p:cond delay="0"/>
                                          </p:stCondLst>
                                        </p:cTn>
                                        <p:tgtEl>
                                          <p:spTgt spid="11"/>
                                        </p:tgtEl>
                                        <p:attrNameLst>
                                          <p:attrName>style.visibility</p:attrName>
                                        </p:attrNameLst>
                                      </p:cBhvr>
                                      <p:to>
                                        <p:strVal val="visible"/>
                                      </p:to>
                                    </p:set>
                                    <p:animEffect transition="in" filter="fade">
                                      <p:cBhvr>
                                        <p:cTn id="46" dur="700"/>
                                        <p:tgtEl>
                                          <p:spTgt spid="11"/>
                                        </p:tgtEl>
                                      </p:cBhvr>
                                    </p:animEffect>
                                    <p:anim calcmode="lin" valueType="num">
                                      <p:cBhvr>
                                        <p:cTn id="47" dur="700" fill="hold"/>
                                        <p:tgtEl>
                                          <p:spTgt spid="11"/>
                                        </p:tgtEl>
                                        <p:attrNameLst>
                                          <p:attrName>ppt_x</p:attrName>
                                        </p:attrNameLst>
                                      </p:cBhvr>
                                      <p:tavLst>
                                        <p:tav tm="0">
                                          <p:val>
                                            <p:strVal val="#ppt_x"/>
                                          </p:val>
                                        </p:tav>
                                        <p:tav tm="100000">
                                          <p:val>
                                            <p:strVal val="#ppt_x"/>
                                          </p:val>
                                        </p:tav>
                                      </p:tavLst>
                                    </p:anim>
                                    <p:anim calcmode="lin" valueType="num">
                                      <p:cBhvr>
                                        <p:cTn id="48" dur="700" fill="hold"/>
                                        <p:tgtEl>
                                          <p:spTgt spid="11"/>
                                        </p:tgtEl>
                                        <p:attrNameLst>
                                          <p:attrName>ppt_y</p:attrName>
                                        </p:attrNameLst>
                                      </p:cBhvr>
                                      <p:tavLst>
                                        <p:tav tm="0">
                                          <p:val>
                                            <p:strVal val="#ppt_y+.06"/>
                                          </p:val>
                                        </p:tav>
                                        <p:tav tm="100000">
                                          <p:val>
                                            <p:strVal val="#ppt_y"/>
                                          </p:val>
                                        </p:tav>
                                      </p:tavLst>
                                    </p:anim>
                                  </p:childTnLst>
                                </p:cTn>
                              </p:par>
                              <p:par>
                                <p:cTn id="50" presetID="53" presetClass="entr" presetSubtype="16" fill="hold" grpId="0" nodeType="withEffect">
                                  <p:stCondLst>
                                    <p:cond delay="630"/>
                                  </p:stCondLst>
                                  <p:childTnLst>
                                    <p:set>
                                      <p:cBhvr>
                                        <p:cTn id="49" dur="1" fill="hold">
                                          <p:stCondLst>
                                            <p:cond delay="0"/>
                                          </p:stCondLst>
                                        </p:cTn>
                                        <p:tgtEl>
                                          <p:spTgt spid="19"/>
                                        </p:tgtEl>
                                        <p:attrNameLst>
                                          <p:attrName>style.visibility</p:attrName>
                                        </p:attrNameLst>
                                      </p:cBhvr>
                                      <p:to>
                                        <p:strVal val="visible"/>
                                      </p:to>
                                    </p:set>
                                    <p:anim calcmode="lin" valueType="num">
                                      <p:cBhvr>
                                        <p:cTn id="51" dur="550" fill="hold"/>
                                        <p:tgtEl>
                                          <p:spTgt spid="19"/>
                                        </p:tgtEl>
                                        <p:attrNameLst>
                                          <p:attrName>ppt_w</p:attrName>
                                        </p:attrNameLst>
                                      </p:cBhvr>
                                      <p:tavLst>
                                        <p:tav tm="0">
                                          <p:val>
                                            <p:strVal val="0"/>
                                          </p:val>
                                        </p:tav>
                                        <p:tav tm="100000">
                                          <p:val>
                                            <p:strVal val="#ppt_w"/>
                                          </p:val>
                                        </p:tav>
                                      </p:tavLst>
                                    </p:anim>
                                    <p:anim calcmode="lin" valueType="num">
                                      <p:cBhvr>
                                        <p:cTn id="52" dur="550" fill="hold"/>
                                        <p:tgtEl>
                                          <p:spTgt spid="19"/>
                                        </p:tgtEl>
                                        <p:attrNameLst>
                                          <p:attrName>ppt_h</p:attrName>
                                        </p:attrNameLst>
                                      </p:cBhvr>
                                      <p:tavLst>
                                        <p:tav tm="0">
                                          <p:val>
                                            <p:strVal val="0"/>
                                          </p:val>
                                        </p:tav>
                                        <p:tav tm="100000">
                                          <p:val>
                                            <p:strVal val="#ppt_h"/>
                                          </p:val>
                                        </p:tav>
                                      </p:tavLst>
                                    </p:anim>
                                    <p:animEffect transition="in" filter="fade">
                                      <p:cBhvr>
                                        <p:cTn id="53" dur="550"/>
                                        <p:tgtEl>
                                          <p:spTgt spid="19"/>
                                        </p:tgtEl>
                                      </p:cBhvr>
                                    </p:animEffect>
                                  </p:childTnLst>
                                </p:cTn>
                              </p:par>
                              <p:par>
                                <p:cTn id="55" presetID="53" presetClass="entr" presetSubtype="16" fill="hold" grpId="0" nodeType="withEffect">
                                  <p:stCondLst>
                                    <p:cond delay="630"/>
                                  </p:stCondLst>
                                  <p:childTnLst>
                                    <p:set>
                                      <p:cBhvr>
                                        <p:cTn id="54" dur="1" fill="hold">
                                          <p:stCondLst>
                                            <p:cond delay="0"/>
                                          </p:stCondLst>
                                        </p:cTn>
                                        <p:tgtEl>
                                          <p:spTgt spid="20"/>
                                        </p:tgtEl>
                                        <p:attrNameLst>
                                          <p:attrName>style.visibility</p:attrName>
                                        </p:attrNameLst>
                                      </p:cBhvr>
                                      <p:to>
                                        <p:strVal val="visible"/>
                                      </p:to>
                                    </p:set>
                                    <p:anim calcmode="lin" valueType="num">
                                      <p:cBhvr>
                                        <p:cTn id="56" dur="550" fill="hold"/>
                                        <p:tgtEl>
                                          <p:spTgt spid="20"/>
                                        </p:tgtEl>
                                        <p:attrNameLst>
                                          <p:attrName>ppt_w</p:attrName>
                                        </p:attrNameLst>
                                      </p:cBhvr>
                                      <p:tavLst>
                                        <p:tav tm="0">
                                          <p:val>
                                            <p:strVal val="0"/>
                                          </p:val>
                                        </p:tav>
                                        <p:tav tm="100000">
                                          <p:val>
                                            <p:strVal val="#ppt_w"/>
                                          </p:val>
                                        </p:tav>
                                      </p:tavLst>
                                    </p:anim>
                                    <p:anim calcmode="lin" valueType="num">
                                      <p:cBhvr>
                                        <p:cTn id="57" dur="550" fill="hold"/>
                                        <p:tgtEl>
                                          <p:spTgt spid="20"/>
                                        </p:tgtEl>
                                        <p:attrNameLst>
                                          <p:attrName>ppt_h</p:attrName>
                                        </p:attrNameLst>
                                      </p:cBhvr>
                                      <p:tavLst>
                                        <p:tav tm="0">
                                          <p:val>
                                            <p:strVal val="0"/>
                                          </p:val>
                                        </p:tav>
                                        <p:tav tm="100000">
                                          <p:val>
                                            <p:strVal val="#ppt_h"/>
                                          </p:val>
                                        </p:tav>
                                      </p:tavLst>
                                    </p:anim>
                                    <p:animEffect transition="in" filter="fade">
                                      <p:cBhvr>
                                        <p:cTn id="58" dur="550"/>
                                        <p:tgtEl>
                                          <p:spTgt spid="20"/>
                                        </p:tgtEl>
                                      </p:cBhvr>
                                    </p:animEffect>
                                  </p:childTnLst>
                                </p:cTn>
                              </p:par>
                              <p:par>
                                <p:cTn id="60" presetID="53" presetClass="entr" presetSubtype="16" fill="hold" grpId="0" nodeType="withEffect">
                                  <p:stCondLst>
                                    <p:cond delay="630"/>
                                  </p:stCondLst>
                                  <p:childTnLst>
                                    <p:set>
                                      <p:cBhvr>
                                        <p:cTn id="59" dur="1" fill="hold">
                                          <p:stCondLst>
                                            <p:cond delay="0"/>
                                          </p:stCondLst>
                                        </p:cTn>
                                        <p:tgtEl>
                                          <p:spTgt spid="21"/>
                                        </p:tgtEl>
                                        <p:attrNameLst>
                                          <p:attrName>style.visibility</p:attrName>
                                        </p:attrNameLst>
                                      </p:cBhvr>
                                      <p:to>
                                        <p:strVal val="visible"/>
                                      </p:to>
                                    </p:set>
                                    <p:anim calcmode="lin" valueType="num">
                                      <p:cBhvr>
                                        <p:cTn id="61" dur="550" fill="hold"/>
                                        <p:tgtEl>
                                          <p:spTgt spid="21"/>
                                        </p:tgtEl>
                                        <p:attrNameLst>
                                          <p:attrName>ppt_w</p:attrName>
                                        </p:attrNameLst>
                                      </p:cBhvr>
                                      <p:tavLst>
                                        <p:tav tm="0">
                                          <p:val>
                                            <p:strVal val="0"/>
                                          </p:val>
                                        </p:tav>
                                        <p:tav tm="100000">
                                          <p:val>
                                            <p:strVal val="#ppt_w"/>
                                          </p:val>
                                        </p:tav>
                                      </p:tavLst>
                                    </p:anim>
                                    <p:anim calcmode="lin" valueType="num">
                                      <p:cBhvr>
                                        <p:cTn id="62" dur="550" fill="hold"/>
                                        <p:tgtEl>
                                          <p:spTgt spid="21"/>
                                        </p:tgtEl>
                                        <p:attrNameLst>
                                          <p:attrName>ppt_h</p:attrName>
                                        </p:attrNameLst>
                                      </p:cBhvr>
                                      <p:tavLst>
                                        <p:tav tm="0">
                                          <p:val>
                                            <p:strVal val="0"/>
                                          </p:val>
                                        </p:tav>
                                        <p:tav tm="100000">
                                          <p:val>
                                            <p:strVal val="#ppt_h"/>
                                          </p:val>
                                        </p:tav>
                                      </p:tavLst>
                                    </p:anim>
                                    <p:animEffect transition="in" filter="fade">
                                      <p:cBhvr>
                                        <p:cTn id="63" dur="550"/>
                                        <p:tgtEl>
                                          <p:spTgt spid="21"/>
                                        </p:tgtEl>
                                      </p:cBhvr>
                                    </p:animEffect>
                                  </p:childTnLst>
                                </p:cTn>
                              </p:par>
                              <p:par>
                                <p:cTn id="65" presetID="53" presetClass="entr" presetSubtype="16" fill="hold" grpId="0" nodeType="withEffect">
                                  <p:stCondLst>
                                    <p:cond delay="630"/>
                                  </p:stCondLst>
                                  <p:childTnLst>
                                    <p:set>
                                      <p:cBhvr>
                                        <p:cTn id="64" dur="1" fill="hold">
                                          <p:stCondLst>
                                            <p:cond delay="0"/>
                                          </p:stCondLst>
                                        </p:cTn>
                                        <p:tgtEl>
                                          <p:spTgt spid="22"/>
                                        </p:tgtEl>
                                        <p:attrNameLst>
                                          <p:attrName>style.visibility</p:attrName>
                                        </p:attrNameLst>
                                      </p:cBhvr>
                                      <p:to>
                                        <p:strVal val="visible"/>
                                      </p:to>
                                    </p:set>
                                    <p:anim calcmode="lin" valueType="num">
                                      <p:cBhvr>
                                        <p:cTn id="66" dur="550" fill="hold"/>
                                        <p:tgtEl>
                                          <p:spTgt spid="22"/>
                                        </p:tgtEl>
                                        <p:attrNameLst>
                                          <p:attrName>ppt_w</p:attrName>
                                        </p:attrNameLst>
                                      </p:cBhvr>
                                      <p:tavLst>
                                        <p:tav tm="0">
                                          <p:val>
                                            <p:strVal val="0"/>
                                          </p:val>
                                        </p:tav>
                                        <p:tav tm="100000">
                                          <p:val>
                                            <p:strVal val="#ppt_w"/>
                                          </p:val>
                                        </p:tav>
                                      </p:tavLst>
                                    </p:anim>
                                    <p:anim calcmode="lin" valueType="num">
                                      <p:cBhvr>
                                        <p:cTn id="67" dur="550" fill="hold"/>
                                        <p:tgtEl>
                                          <p:spTgt spid="22"/>
                                        </p:tgtEl>
                                        <p:attrNameLst>
                                          <p:attrName>ppt_h</p:attrName>
                                        </p:attrNameLst>
                                      </p:cBhvr>
                                      <p:tavLst>
                                        <p:tav tm="0">
                                          <p:val>
                                            <p:strVal val="0"/>
                                          </p:val>
                                        </p:tav>
                                        <p:tav tm="100000">
                                          <p:val>
                                            <p:strVal val="#ppt_h"/>
                                          </p:val>
                                        </p:tav>
                                      </p:tavLst>
                                    </p:anim>
                                    <p:animEffect transition="in" filter="fade">
                                      <p:cBhvr>
                                        <p:cTn id="68" dur="550"/>
                                        <p:tgtEl>
                                          <p:spTgt spid="22"/>
                                        </p:tgtEl>
                                      </p:cBhvr>
                                    </p:animEffect>
                                  </p:childTnLst>
                                </p:cTn>
                              </p:par>
                              <p:par>
                                <p:cTn id="70" presetID="42" presetClass="entr" presetSubtype="0" fill="hold" grpId="0" nodeType="withEffect">
                                  <p:stCondLst>
                                    <p:cond delay="790"/>
                                  </p:stCondLst>
                                  <p:childTnLst>
                                    <p:set>
                                      <p:cBhvr>
                                        <p:cTn id="69" dur="1" fill="hold">
                                          <p:stCondLst>
                                            <p:cond delay="0"/>
                                          </p:stCondLst>
                                        </p:cTn>
                                        <p:tgtEl>
                                          <p:spTgt spid="12"/>
                                        </p:tgtEl>
                                        <p:attrNameLst>
                                          <p:attrName>style.visibility</p:attrName>
                                        </p:attrNameLst>
                                      </p:cBhvr>
                                      <p:to>
                                        <p:strVal val="visible"/>
                                      </p:to>
                                    </p:set>
                                    <p:animEffect transition="in" filter="fade">
                                      <p:cBhvr>
                                        <p:cTn id="71" dur="700"/>
                                        <p:tgtEl>
                                          <p:spTgt spid="12"/>
                                        </p:tgtEl>
                                      </p:cBhvr>
                                    </p:animEffect>
                                    <p:anim calcmode="lin" valueType="num">
                                      <p:cBhvr>
                                        <p:cTn id="72" dur="700" fill="hold"/>
                                        <p:tgtEl>
                                          <p:spTgt spid="12"/>
                                        </p:tgtEl>
                                        <p:attrNameLst>
                                          <p:attrName>ppt_x</p:attrName>
                                        </p:attrNameLst>
                                      </p:cBhvr>
                                      <p:tavLst>
                                        <p:tav tm="0">
                                          <p:val>
                                            <p:strVal val="#ppt_x"/>
                                          </p:val>
                                        </p:tav>
                                        <p:tav tm="100000">
                                          <p:val>
                                            <p:strVal val="#ppt_x"/>
                                          </p:val>
                                        </p:tav>
                                      </p:tavLst>
                                    </p:anim>
                                    <p:anim calcmode="lin" valueType="num">
                                      <p:cBhvr>
                                        <p:cTn id="73" dur="700" fill="hold"/>
                                        <p:tgtEl>
                                          <p:spTgt spid="12"/>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950"/>
                                  </p:stCondLst>
                                  <p:childTnLst>
                                    <p:set>
                                      <p:cBhvr>
                                        <p:cTn id="74" dur="1" fill="hold">
                                          <p:stCondLst>
                                            <p:cond delay="0"/>
                                          </p:stCondLst>
                                        </p:cTn>
                                        <p:tgtEl>
                                          <p:spTgt spid="13"/>
                                        </p:tgtEl>
                                        <p:attrNameLst>
                                          <p:attrName>style.visibility</p:attrName>
                                        </p:attrNameLst>
                                      </p:cBhvr>
                                      <p:to>
                                        <p:strVal val="visible"/>
                                      </p:to>
                                    </p:set>
                                    <p:animEffect transition="in" filter="fade">
                                      <p:cBhvr>
                                        <p:cTn id="76" dur="700"/>
                                        <p:tgtEl>
                                          <p:spTgt spid="13"/>
                                        </p:tgtEl>
                                      </p:cBhvr>
                                    </p:animEffect>
                                    <p:anim calcmode="lin" valueType="num">
                                      <p:cBhvr>
                                        <p:cTn id="77" dur="700" fill="hold"/>
                                        <p:tgtEl>
                                          <p:spTgt spid="13"/>
                                        </p:tgtEl>
                                        <p:attrNameLst>
                                          <p:attrName>ppt_x</p:attrName>
                                        </p:attrNameLst>
                                      </p:cBhvr>
                                      <p:tavLst>
                                        <p:tav tm="0">
                                          <p:val>
                                            <p:strVal val="#ppt_x"/>
                                          </p:val>
                                        </p:tav>
                                        <p:tav tm="100000">
                                          <p:val>
                                            <p:strVal val="#ppt_x"/>
                                          </p:val>
                                        </p:tav>
                                      </p:tavLst>
                                    </p:anim>
                                    <p:anim calcmode="lin" valueType="num">
                                      <p:cBhvr>
                                        <p:cTn id="78" dur="700" fill="hold"/>
                                        <p:tgtEl>
                                          <p:spTgt spid="13"/>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1110"/>
                                  </p:stCondLst>
                                  <p:childTnLst>
                                    <p:set>
                                      <p:cBhvr>
                                        <p:cTn id="79" dur="1" fill="hold">
                                          <p:stCondLst>
                                            <p:cond delay="0"/>
                                          </p:stCondLst>
                                        </p:cTn>
                                        <p:tgtEl>
                                          <p:spTgt spid="14"/>
                                        </p:tgtEl>
                                        <p:attrNameLst>
                                          <p:attrName>style.visibility</p:attrName>
                                        </p:attrNameLst>
                                      </p:cBhvr>
                                      <p:to>
                                        <p:strVal val="visible"/>
                                      </p:to>
                                    </p:set>
                                    <p:animEffect transition="in" filter="fade">
                                      <p:cBhvr>
                                        <p:cTn id="81" dur="700"/>
                                        <p:tgtEl>
                                          <p:spTgt spid="14"/>
                                        </p:tgtEl>
                                      </p:cBhvr>
                                    </p:animEffect>
                                    <p:anim calcmode="lin" valueType="num">
                                      <p:cBhvr>
                                        <p:cTn id="82" dur="700" fill="hold"/>
                                        <p:tgtEl>
                                          <p:spTgt spid="14"/>
                                        </p:tgtEl>
                                        <p:attrNameLst>
                                          <p:attrName>ppt_x</p:attrName>
                                        </p:attrNameLst>
                                      </p:cBhvr>
                                      <p:tavLst>
                                        <p:tav tm="0">
                                          <p:val>
                                            <p:strVal val="#ppt_x"/>
                                          </p:val>
                                        </p:tav>
                                        <p:tav tm="100000">
                                          <p:val>
                                            <p:strVal val="#ppt_x"/>
                                          </p:val>
                                        </p:tav>
                                      </p:tavLst>
                                    </p:anim>
                                    <p:anim calcmode="lin" valueType="num">
                                      <p:cBhvr>
                                        <p:cTn id="83" dur="700" fill="hold"/>
                                        <p:tgtEl>
                                          <p:spTgt spid="14"/>
                                        </p:tgtEl>
                                        <p:attrNameLst>
                                          <p:attrName>ppt_y</p:attrName>
                                        </p:attrNameLst>
                                      </p:cBhvr>
                                      <p:tavLst>
                                        <p:tav tm="0">
                                          <p:val>
                                            <p:strVal val="#ppt_y+.06"/>
                                          </p:val>
                                        </p:tav>
                                        <p:tav tm="100000">
                                          <p:val>
                                            <p:strVal val="#ppt_y"/>
                                          </p:val>
                                        </p:tav>
                                      </p:tavLst>
                                    </p:anim>
                                  </p:childTnLst>
                                </p:cTn>
                              </p:par>
                              <p:par>
                                <p:cTn id="85" presetID="10" presetClass="entr" presetSubtype="0" fill="hold" grpId="0" nodeType="withEffect">
                                  <p:stCondLst>
                                    <p:cond delay="1270"/>
                                  </p:stCondLst>
                                  <p:childTnLst>
                                    <p:set>
                                      <p:cBhvr>
                                        <p:cTn id="84" dur="1" fill="hold">
                                          <p:stCondLst>
                                            <p:cond delay="0"/>
                                          </p:stCondLst>
                                        </p:cTn>
                                        <p:tgtEl>
                                          <p:spTgt spid="23"/>
                                        </p:tgtEl>
                                        <p:attrNameLst>
                                          <p:attrName>style.visibility</p:attrName>
                                        </p:attrNameLst>
                                      </p:cBhvr>
                                      <p:to>
                                        <p:strVal val="visible"/>
                                      </p:to>
                                    </p:set>
                                    <p:animEffect transition="in" filter="fade">
                                      <p:cBhvr>
                                        <p:cTn id="86"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5" grpId="0" animBg="1"/>
      <p:bldP spid="17" grpId="0" animBg="1"/>
      <p:bldP spid="18" grpId="0" animBg="1"/>
      <p:bldP spid="11" grpId="0" animBg="1"/>
      <p:bldP spid="19" grpId="0" animBg="1"/>
      <p:bldP spid="21" grpId="0" animBg="1"/>
      <p:bldP spid="22" grpId="0" animBg="1"/>
      <p:bldP spid="12" grpId="0" animBg="1"/>
      <p:bldP spid="13" grpId="0" animBg="1"/>
      <p:bldP spid="14" grpId="0" animBg="1"/>
      <p:bldP spid="23" grpId="0" animBg="1"/>
    </p:bldLst>
  </p:timing>
</p:sld>
</file>

<file path=ppt/theme/theme1.xml><?xml version="1.0" encoding="utf-8"?>
<a:theme xmlns:a="http://schemas.openxmlformats.org/drawingml/2006/main" name="TrustVault Aurora Mint">
  <a:themeElements>
    <a:clrScheme name="TrustVault Aurora Mint">
      <a:dk1>
        <a:srgbClr val="03111A"/>
      </a:dk1>
      <a:lt1>
        <a:srgbClr val="FFFFFF"/>
      </a:lt1>
      <a:dk2>
        <a:srgbClr val="0B2230"/>
      </a:dk2>
      <a:lt2>
        <a:srgbClr val="EEFBFF"/>
      </a:lt2>
      <a:accent1>
        <a:srgbClr val="2EF2B0"/>
      </a:accent1>
      <a:accent2>
        <a:srgbClr val="19B8FF"/>
      </a:accent2>
      <a:accent3>
        <a:srgbClr val="7C5CFF"/>
      </a:accent3>
      <a:accent4>
        <a:srgbClr val="2EF2B0"/>
      </a:accent4>
      <a:accent5>
        <a:srgbClr val="FF6B7D"/>
      </a:accent5>
      <a:accent6>
        <a:srgbClr val="9FC4CF"/>
      </a:accent6>
      <a:hlink>
        <a:srgbClr val="2EF2B0"/>
      </a:hlink>
      <a:folHlink>
        <a:srgbClr val="19B8FF"/>
      </a:folHlink>
    </a:clrScheme>
    <a:fontScheme name="TrustVault Aurora Mint">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TrustVault - Review 1</dc:title>
  <dc:subject>Smart Digital Identity and Document Verification Portal</dc:subject>
  <dc:creator>KIRUBHAKARAN K, POOJA M, SRINITHISH J K</dc:creator>
  <cp:lastModifiedBy>KIRUBHAKARAN K, POOJA M, SRINITHISH J K</cp:lastModifiedBy>
  <cp:revision>1</cp:revision>
  <dcterms:created xsi:type="dcterms:W3CDTF">2026-10-27T14:29:12Z</dcterms:created>
  <dcterms:modified xsi:type="dcterms:W3CDTF">2026-10-27T14:29:12Z</dcterms:modified>
</cp:coreProperties>
</file>